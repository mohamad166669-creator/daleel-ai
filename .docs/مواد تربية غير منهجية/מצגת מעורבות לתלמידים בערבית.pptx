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926" r:id="rId1"/>
  </p:sldMasterIdLst>
  <p:notesMasterIdLst>
    <p:notesMasterId r:id="rId21"/>
  </p:notesMasterIdLst>
  <p:sldIdLst>
    <p:sldId id="456" r:id="rId2"/>
    <p:sldId id="460" r:id="rId3"/>
    <p:sldId id="457" r:id="rId4"/>
    <p:sldId id="458" r:id="rId5"/>
    <p:sldId id="453" r:id="rId6"/>
    <p:sldId id="459" r:id="rId7"/>
    <p:sldId id="313" r:id="rId8"/>
    <p:sldId id="446" r:id="rId9"/>
    <p:sldId id="445" r:id="rId10"/>
    <p:sldId id="425" r:id="rId11"/>
    <p:sldId id="406" r:id="rId12"/>
    <p:sldId id="452" r:id="rId13"/>
    <p:sldId id="407" r:id="rId14"/>
    <p:sldId id="447" r:id="rId15"/>
    <p:sldId id="448" r:id="rId16"/>
    <p:sldId id="440" r:id="rId17"/>
    <p:sldId id="454" r:id="rId18"/>
    <p:sldId id="436" r:id="rId19"/>
    <p:sldId id="450" r:id="rId20"/>
  </p:sldIdLst>
  <p:sldSz cx="9144000" cy="6858000" type="screen4x3"/>
  <p:notesSz cx="6858000" cy="9144000"/>
  <p:defaultTex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li Tsachor" initials="GT"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9B3CB"/>
    <a:srgbClr val="FFFFCC"/>
    <a:srgbClr val="FFFF99"/>
    <a:srgbClr val="D17F7D"/>
    <a:srgbClr val="947CB0"/>
    <a:srgbClr val="4A7DBA"/>
    <a:srgbClr val="D8D2BA"/>
    <a:srgbClr val="8166A2"/>
    <a:srgbClr val="3EA6C2"/>
    <a:srgbClr val="765B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סגנון ביניים 2 - הדגשה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7853C-536D-4A76-A0AE-DD22124D55A5}" styleName="סגנון ערכת נושא 1 - הדגשה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סגנון ערכת נושא 1 - הדגשה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סגנון ביניים 2 - הדגשה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סגנון ביניים 2 - הדגשה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957" autoAdjust="0"/>
    <p:restoredTop sz="92593" autoAdjust="0"/>
  </p:normalViewPr>
  <p:slideViewPr>
    <p:cSldViewPr>
      <p:cViewPr>
        <p:scale>
          <a:sx n="64" d="100"/>
          <a:sy n="64" d="100"/>
        </p:scale>
        <p:origin x="1208" y="10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CD64B9-7262-4FFE-AF19-ABDC1DCF7C0E}" type="doc">
      <dgm:prSet loTypeId="urn:microsoft.com/office/officeart/2005/8/layout/lProcess1" loCatId="process" qsTypeId="urn:microsoft.com/office/officeart/2005/8/quickstyle/simple1" qsCatId="simple" csTypeId="urn:microsoft.com/office/officeart/2005/8/colors/colorful5" csCatId="colorful" phldr="1"/>
      <dgm:spPr/>
      <dgm:t>
        <a:bodyPr/>
        <a:lstStyle/>
        <a:p>
          <a:endParaRPr lang="en-US"/>
        </a:p>
      </dgm:t>
    </dgm:pt>
    <dgm:pt modelId="{076E67B5-80D5-47EF-88E4-68F189C98358}">
      <dgm:prSet/>
      <dgm:spPr>
        <a:solidFill>
          <a:schemeClr val="accent1">
            <a:lumMod val="75000"/>
          </a:schemeClr>
        </a:solidFill>
        <a:ln>
          <a:solidFill>
            <a:srgbClr val="FF9933"/>
          </a:solidFill>
        </a:ln>
      </dgm:spPr>
      <dgm:t>
        <a:bodyPr/>
        <a:lstStyle/>
        <a:p>
          <a:r>
            <a:rPr lang="ar-SA" b="1" dirty="0"/>
            <a:t>المجال الذاتي(الشخصي)</a:t>
          </a:r>
          <a:endParaRPr lang="en-US" b="1" dirty="0"/>
        </a:p>
      </dgm:t>
    </dgm:pt>
    <dgm:pt modelId="{78AEACBB-1256-45E4-8F7E-E8CC59CC26CD}" type="parTrans" cxnId="{1C6E97C9-3B68-41FD-BBA1-9B88D00AFA3A}">
      <dgm:prSet/>
      <dgm:spPr/>
      <dgm:t>
        <a:bodyPr/>
        <a:lstStyle/>
        <a:p>
          <a:pPr rtl="1"/>
          <a:endParaRPr lang="he-IL"/>
        </a:p>
      </dgm:t>
    </dgm:pt>
    <dgm:pt modelId="{FB640CC2-595F-44E9-9071-F6E0C9A4600A}" type="sibTrans" cxnId="{1C6E97C9-3B68-41FD-BBA1-9B88D00AFA3A}">
      <dgm:prSet/>
      <dgm:spPr/>
      <dgm:t>
        <a:bodyPr/>
        <a:lstStyle/>
        <a:p>
          <a:pPr rtl="1"/>
          <a:endParaRPr lang="he-IL"/>
        </a:p>
      </dgm:t>
    </dgm:pt>
    <dgm:pt modelId="{19419DAA-C838-4744-97BD-D191F2894836}">
      <dgm:prSet/>
      <dgm:spPr>
        <a:solidFill>
          <a:schemeClr val="tx2">
            <a:lumMod val="40000"/>
            <a:lumOff val="60000"/>
          </a:schemeClr>
        </a:solidFill>
        <a:ln>
          <a:solidFill>
            <a:schemeClr val="accent6">
              <a:lumMod val="75000"/>
            </a:schemeClr>
          </a:solidFill>
        </a:ln>
      </dgm:spPr>
      <dgm:t>
        <a:bodyPr/>
        <a:lstStyle/>
        <a:p>
          <a:endParaRPr lang="en-US" b="1" dirty="0">
            <a:solidFill>
              <a:schemeClr val="tx1">
                <a:lumMod val="65000"/>
                <a:lumOff val="35000"/>
              </a:schemeClr>
            </a:solidFill>
            <a:cs typeface="+mn-cs"/>
          </a:endParaRPr>
        </a:p>
      </dgm:t>
    </dgm:pt>
    <dgm:pt modelId="{789F93BB-D84E-46FF-B16B-378C5E7A3986}" type="parTrans" cxnId="{5F4653F8-5B5A-4543-A347-6903CE25A602}">
      <dgm:prSet/>
      <dgm:spPr/>
      <dgm:t>
        <a:bodyPr/>
        <a:lstStyle/>
        <a:p>
          <a:pPr rtl="1"/>
          <a:endParaRPr lang="he-IL"/>
        </a:p>
      </dgm:t>
    </dgm:pt>
    <dgm:pt modelId="{50277781-F657-4AFA-9A05-A0AFA9A36F83}" type="sibTrans" cxnId="{5F4653F8-5B5A-4543-A347-6903CE25A602}">
      <dgm:prSet/>
      <dgm:spPr/>
      <dgm:t>
        <a:bodyPr/>
        <a:lstStyle/>
        <a:p>
          <a:pPr rtl="1"/>
          <a:endParaRPr lang="he-IL"/>
        </a:p>
      </dgm:t>
    </dgm:pt>
    <dgm:pt modelId="{1961282D-A793-4D4C-AE1A-F70D20EA0281}">
      <dgm:prSet/>
      <dgm:spPr>
        <a:solidFill>
          <a:schemeClr val="tx2">
            <a:lumMod val="40000"/>
            <a:lumOff val="60000"/>
          </a:schemeClr>
        </a:solidFill>
        <a:ln>
          <a:solidFill>
            <a:schemeClr val="accent6">
              <a:lumMod val="75000"/>
            </a:schemeClr>
          </a:solidFill>
        </a:ln>
      </dgm:spPr>
      <dgm:t>
        <a:bodyPr/>
        <a:lstStyle/>
        <a:p>
          <a:pPr rtl="1"/>
          <a:endParaRPr lang="he-IL" b="1" dirty="0">
            <a:solidFill>
              <a:schemeClr val="tx1">
                <a:lumMod val="65000"/>
                <a:lumOff val="35000"/>
              </a:schemeClr>
            </a:solidFill>
            <a:latin typeface="Gisha" panose="020B0502040204020203" pitchFamily="34" charset="-79"/>
            <a:cs typeface="+mn-cs"/>
          </a:endParaRPr>
        </a:p>
      </dgm:t>
    </dgm:pt>
    <dgm:pt modelId="{82F42370-B54E-4D0C-A764-65F922799F02}" type="parTrans" cxnId="{CC225B3E-B03B-47D9-AD4F-03CC939AB6A8}">
      <dgm:prSet/>
      <dgm:spPr/>
      <dgm:t>
        <a:bodyPr/>
        <a:lstStyle/>
        <a:p>
          <a:pPr rtl="1"/>
          <a:endParaRPr lang="he-IL"/>
        </a:p>
      </dgm:t>
    </dgm:pt>
    <dgm:pt modelId="{C78287A9-27C2-4498-82D7-0BCB556FA1F5}" type="sibTrans" cxnId="{CC225B3E-B03B-47D9-AD4F-03CC939AB6A8}">
      <dgm:prSet/>
      <dgm:spPr/>
      <dgm:t>
        <a:bodyPr/>
        <a:lstStyle/>
        <a:p>
          <a:pPr rtl="1"/>
          <a:endParaRPr lang="he-IL"/>
        </a:p>
      </dgm:t>
    </dgm:pt>
    <dgm:pt modelId="{E7168B93-D8B4-47F5-938F-1578727F219B}">
      <dgm:prSet/>
      <dgm:spPr>
        <a:solidFill>
          <a:schemeClr val="tx2">
            <a:lumMod val="40000"/>
            <a:lumOff val="60000"/>
          </a:schemeClr>
        </a:solidFill>
        <a:ln>
          <a:solidFill>
            <a:schemeClr val="accent6">
              <a:lumMod val="75000"/>
            </a:schemeClr>
          </a:solidFill>
        </a:ln>
      </dgm:spPr>
      <dgm:t>
        <a:bodyPr/>
        <a:lstStyle/>
        <a:p>
          <a:endParaRPr lang="en-US" b="1" dirty="0">
            <a:solidFill>
              <a:schemeClr val="tx1"/>
            </a:solidFill>
          </a:endParaRPr>
        </a:p>
      </dgm:t>
    </dgm:pt>
    <dgm:pt modelId="{40A89800-7782-41F8-80A8-308F2C70B8DA}" type="parTrans" cxnId="{EA6E53B7-D3E1-4433-A50E-252C33ADFE58}">
      <dgm:prSet/>
      <dgm:spPr/>
      <dgm:t>
        <a:bodyPr/>
        <a:lstStyle/>
        <a:p>
          <a:pPr rtl="1"/>
          <a:endParaRPr lang="he-IL"/>
        </a:p>
      </dgm:t>
    </dgm:pt>
    <dgm:pt modelId="{35B2C8D1-71B8-43C5-85C4-E6875B8FC444}" type="sibTrans" cxnId="{EA6E53B7-D3E1-4433-A50E-252C33ADFE58}">
      <dgm:prSet/>
      <dgm:spPr/>
      <dgm:t>
        <a:bodyPr/>
        <a:lstStyle/>
        <a:p>
          <a:pPr rtl="1"/>
          <a:endParaRPr lang="he-IL"/>
        </a:p>
      </dgm:t>
    </dgm:pt>
    <dgm:pt modelId="{ED0EBDF9-C154-4E4D-B2D2-1154D5BE3BC7}">
      <dgm:prSet/>
      <dgm:spPr>
        <a:solidFill>
          <a:schemeClr val="accent1">
            <a:lumMod val="75000"/>
          </a:schemeClr>
        </a:solidFill>
        <a:ln>
          <a:solidFill>
            <a:srgbClr val="FF0000"/>
          </a:solidFill>
        </a:ln>
      </dgm:spPr>
      <dgm:t>
        <a:bodyPr/>
        <a:lstStyle/>
        <a:p>
          <a:r>
            <a:rPr lang="ar-SA" b="1" dirty="0"/>
            <a:t>المجال الاجتماعي</a:t>
          </a:r>
          <a:endParaRPr lang="en-US" b="1" dirty="0"/>
        </a:p>
      </dgm:t>
    </dgm:pt>
    <dgm:pt modelId="{9B457674-6D61-4129-B6DE-735E41F3123F}" type="parTrans" cxnId="{59855275-D820-4EA2-B046-478C957A4895}">
      <dgm:prSet/>
      <dgm:spPr/>
      <dgm:t>
        <a:bodyPr/>
        <a:lstStyle/>
        <a:p>
          <a:pPr rtl="1"/>
          <a:endParaRPr lang="he-IL"/>
        </a:p>
      </dgm:t>
    </dgm:pt>
    <dgm:pt modelId="{4B5DD8AC-9045-4648-BE14-1EEE8171E9DE}" type="sibTrans" cxnId="{59855275-D820-4EA2-B046-478C957A4895}">
      <dgm:prSet/>
      <dgm:spPr/>
      <dgm:t>
        <a:bodyPr/>
        <a:lstStyle/>
        <a:p>
          <a:pPr rtl="1"/>
          <a:endParaRPr lang="he-IL"/>
        </a:p>
      </dgm:t>
    </dgm:pt>
    <dgm:pt modelId="{9EFC48D7-A916-4940-A53D-936BD281C085}">
      <dgm:prSet/>
      <dgm:spPr>
        <a:solidFill>
          <a:schemeClr val="accent1">
            <a:lumMod val="40000"/>
            <a:lumOff val="60000"/>
          </a:schemeClr>
        </a:solidFill>
        <a:ln>
          <a:solidFill>
            <a:srgbClr val="FF0000">
              <a:alpha val="90000"/>
            </a:srgbClr>
          </a:solidFill>
        </a:ln>
      </dgm:spPr>
      <dgm:t>
        <a:bodyPr/>
        <a:lstStyle/>
        <a:p>
          <a:endParaRPr lang="en-US" b="1" dirty="0">
            <a:solidFill>
              <a:schemeClr val="tx1"/>
            </a:solidFill>
          </a:endParaRPr>
        </a:p>
      </dgm:t>
    </dgm:pt>
    <dgm:pt modelId="{7AE7D7FE-1AC5-43E5-8B49-DF9A4FF8FD93}" type="parTrans" cxnId="{811D709E-327F-46DA-B7CE-0A1E88033F66}">
      <dgm:prSet/>
      <dgm:spPr/>
      <dgm:t>
        <a:bodyPr/>
        <a:lstStyle/>
        <a:p>
          <a:pPr rtl="1"/>
          <a:endParaRPr lang="he-IL"/>
        </a:p>
      </dgm:t>
    </dgm:pt>
    <dgm:pt modelId="{E14533D9-9F38-470F-AA36-D92F37392AC9}" type="sibTrans" cxnId="{811D709E-327F-46DA-B7CE-0A1E88033F66}">
      <dgm:prSet/>
      <dgm:spPr/>
      <dgm:t>
        <a:bodyPr/>
        <a:lstStyle/>
        <a:p>
          <a:pPr rtl="1"/>
          <a:endParaRPr lang="he-IL"/>
        </a:p>
      </dgm:t>
    </dgm:pt>
    <dgm:pt modelId="{C8576230-050D-4983-B725-7055B7B05B78}">
      <dgm:prSet/>
      <dgm:spPr>
        <a:solidFill>
          <a:schemeClr val="accent1">
            <a:lumMod val="40000"/>
            <a:lumOff val="60000"/>
          </a:schemeClr>
        </a:solidFill>
        <a:ln>
          <a:solidFill>
            <a:srgbClr val="FF0000">
              <a:alpha val="90000"/>
            </a:srgbClr>
          </a:solidFill>
        </a:ln>
      </dgm:spPr>
      <dgm:t>
        <a:bodyPr/>
        <a:lstStyle/>
        <a:p>
          <a:endParaRPr lang="en-US" b="1" dirty="0">
            <a:solidFill>
              <a:schemeClr val="tx1"/>
            </a:solidFill>
          </a:endParaRPr>
        </a:p>
      </dgm:t>
    </dgm:pt>
    <dgm:pt modelId="{863203F6-2A06-446A-9B30-BE1214CA4973}" type="parTrans" cxnId="{26572A0E-B750-457B-9AD0-FFA0F202171B}">
      <dgm:prSet/>
      <dgm:spPr/>
      <dgm:t>
        <a:bodyPr/>
        <a:lstStyle/>
        <a:p>
          <a:pPr rtl="1"/>
          <a:endParaRPr lang="he-IL"/>
        </a:p>
      </dgm:t>
    </dgm:pt>
    <dgm:pt modelId="{16B9EA38-4EAE-45CF-9EE5-CD3980FBCD1C}" type="sibTrans" cxnId="{26572A0E-B750-457B-9AD0-FFA0F202171B}">
      <dgm:prSet/>
      <dgm:spPr/>
      <dgm:t>
        <a:bodyPr/>
        <a:lstStyle/>
        <a:p>
          <a:pPr rtl="1"/>
          <a:endParaRPr lang="he-IL"/>
        </a:p>
      </dgm:t>
    </dgm:pt>
    <dgm:pt modelId="{67DF2BB6-9E67-47D3-8B63-D71C9CAAEA5F}">
      <dgm:prSet/>
      <dgm:spPr>
        <a:solidFill>
          <a:schemeClr val="accent1">
            <a:lumMod val="40000"/>
            <a:lumOff val="60000"/>
          </a:schemeClr>
        </a:solidFill>
        <a:ln>
          <a:solidFill>
            <a:srgbClr val="FF0000">
              <a:alpha val="90000"/>
            </a:srgbClr>
          </a:solidFill>
        </a:ln>
      </dgm:spPr>
      <dgm:t>
        <a:bodyPr/>
        <a:lstStyle/>
        <a:p>
          <a:endParaRPr lang="en-US" b="1" dirty="0">
            <a:solidFill>
              <a:schemeClr val="tx1"/>
            </a:solidFill>
          </a:endParaRPr>
        </a:p>
      </dgm:t>
    </dgm:pt>
    <dgm:pt modelId="{FDCAD913-AF27-45D4-97F6-66E5D8D113DB}" type="parTrans" cxnId="{BF483112-9F6F-4892-B092-A27C3D98CE30}">
      <dgm:prSet/>
      <dgm:spPr/>
      <dgm:t>
        <a:bodyPr/>
        <a:lstStyle/>
        <a:p>
          <a:pPr rtl="1"/>
          <a:endParaRPr lang="he-IL"/>
        </a:p>
      </dgm:t>
    </dgm:pt>
    <dgm:pt modelId="{3DDED463-FB63-4505-B876-26FF1A2ED2C7}" type="sibTrans" cxnId="{BF483112-9F6F-4892-B092-A27C3D98CE30}">
      <dgm:prSet/>
      <dgm:spPr/>
      <dgm:t>
        <a:bodyPr/>
        <a:lstStyle/>
        <a:p>
          <a:pPr rtl="1"/>
          <a:endParaRPr lang="he-IL"/>
        </a:p>
      </dgm:t>
    </dgm:pt>
    <dgm:pt modelId="{19BF45AE-6FC4-43CF-9903-80987E879FDD}">
      <dgm:prSet phldrT="[Text]"/>
      <dgm:spPr>
        <a:solidFill>
          <a:schemeClr val="accent1">
            <a:lumMod val="75000"/>
          </a:schemeClr>
        </a:solidFill>
        <a:ln>
          <a:solidFill>
            <a:schemeClr val="accent3">
              <a:lumMod val="75000"/>
            </a:schemeClr>
          </a:solidFill>
        </a:ln>
      </dgm:spPr>
      <dgm:t>
        <a:bodyPr/>
        <a:lstStyle/>
        <a:p>
          <a:r>
            <a:rPr lang="ar-SA" b="1" dirty="0"/>
            <a:t>المجال التعليمي</a:t>
          </a:r>
          <a:endParaRPr lang="en-US" b="1" dirty="0"/>
        </a:p>
      </dgm:t>
    </dgm:pt>
    <dgm:pt modelId="{65621F3B-7C40-4B81-BC99-FA561717EEC6}" type="parTrans" cxnId="{409C0E9F-F34C-4869-95E4-34F8CA5BBF23}">
      <dgm:prSet/>
      <dgm:spPr/>
      <dgm:t>
        <a:bodyPr/>
        <a:lstStyle/>
        <a:p>
          <a:pPr rtl="1"/>
          <a:endParaRPr lang="he-IL"/>
        </a:p>
      </dgm:t>
    </dgm:pt>
    <dgm:pt modelId="{48E9A733-889A-436B-822F-86F9A4E10A9E}" type="sibTrans" cxnId="{409C0E9F-F34C-4869-95E4-34F8CA5BBF23}">
      <dgm:prSet/>
      <dgm:spPr/>
      <dgm:t>
        <a:bodyPr/>
        <a:lstStyle/>
        <a:p>
          <a:pPr rtl="1"/>
          <a:endParaRPr lang="he-IL"/>
        </a:p>
      </dgm:t>
    </dgm:pt>
    <dgm:pt modelId="{A95BE2A2-4A2A-4627-B314-9FEFDE73628A}">
      <dgm:prSet phldrT="[Text]"/>
      <dgm:spPr>
        <a:solidFill>
          <a:schemeClr val="accent1">
            <a:lumMod val="60000"/>
            <a:lumOff val="40000"/>
          </a:schemeClr>
        </a:solidFill>
        <a:ln>
          <a:solidFill>
            <a:srgbClr val="00B050"/>
          </a:solidFill>
        </a:ln>
      </dgm:spPr>
      <dgm:t>
        <a:bodyPr/>
        <a:lstStyle/>
        <a:p>
          <a:pPr rtl="1"/>
          <a:endParaRPr lang="en-US" dirty="0">
            <a:solidFill>
              <a:schemeClr val="tx1"/>
            </a:solidFill>
            <a:cs typeface="+mn-cs"/>
          </a:endParaRPr>
        </a:p>
      </dgm:t>
    </dgm:pt>
    <dgm:pt modelId="{11D3F009-39A1-47DC-9594-1E15E6C2F1E9}" type="parTrans" cxnId="{039C061B-FEBD-4CB6-A312-7B3D040F6C0E}">
      <dgm:prSet/>
      <dgm:spPr/>
      <dgm:t>
        <a:bodyPr/>
        <a:lstStyle/>
        <a:p>
          <a:pPr rtl="1"/>
          <a:endParaRPr lang="he-IL"/>
        </a:p>
      </dgm:t>
    </dgm:pt>
    <dgm:pt modelId="{10F6C6F1-40FF-408E-BBC0-A583B4650056}" type="sibTrans" cxnId="{039C061B-FEBD-4CB6-A312-7B3D040F6C0E}">
      <dgm:prSet/>
      <dgm:spPr/>
      <dgm:t>
        <a:bodyPr/>
        <a:lstStyle/>
        <a:p>
          <a:pPr rtl="1"/>
          <a:endParaRPr lang="he-IL"/>
        </a:p>
      </dgm:t>
    </dgm:pt>
    <dgm:pt modelId="{E224BB9C-F142-495F-9BAB-F129DE5484AB}">
      <dgm:prSet phldrT="[Text]"/>
      <dgm:spPr>
        <a:solidFill>
          <a:schemeClr val="accent1">
            <a:lumMod val="60000"/>
            <a:lumOff val="40000"/>
          </a:schemeClr>
        </a:solidFill>
        <a:ln>
          <a:solidFill>
            <a:srgbClr val="00B050"/>
          </a:solidFill>
        </a:ln>
      </dgm:spPr>
      <dgm:t>
        <a:bodyPr/>
        <a:lstStyle/>
        <a:p>
          <a:pPr rtl="1"/>
          <a:r>
            <a:rPr lang="he-IL" b="1" dirty="0">
              <a:latin typeface="Gisha" panose="020B0502040204020203" pitchFamily="34" charset="-79"/>
              <a:cs typeface="+mn-cs"/>
            </a:rPr>
            <a:t>                                         </a:t>
          </a:r>
          <a:endParaRPr lang="en-US" dirty="0">
            <a:solidFill>
              <a:schemeClr val="tx1">
                <a:lumMod val="65000"/>
                <a:lumOff val="35000"/>
              </a:schemeClr>
            </a:solidFill>
            <a:cs typeface="+mn-cs"/>
          </a:endParaRPr>
        </a:p>
      </dgm:t>
    </dgm:pt>
    <dgm:pt modelId="{6DDE0769-525A-479A-A7B4-59E64F9B877B}" type="parTrans" cxnId="{B9F21FCD-4D2C-42B2-B822-DC33109B139C}">
      <dgm:prSet/>
      <dgm:spPr/>
      <dgm:t>
        <a:bodyPr/>
        <a:lstStyle/>
        <a:p>
          <a:pPr rtl="1"/>
          <a:endParaRPr lang="he-IL"/>
        </a:p>
      </dgm:t>
    </dgm:pt>
    <dgm:pt modelId="{44ACD7FF-636A-4B67-BFEF-142F329B0E93}" type="sibTrans" cxnId="{B9F21FCD-4D2C-42B2-B822-DC33109B139C}">
      <dgm:prSet/>
      <dgm:spPr/>
      <dgm:t>
        <a:bodyPr/>
        <a:lstStyle/>
        <a:p>
          <a:pPr rtl="1"/>
          <a:endParaRPr lang="he-IL"/>
        </a:p>
      </dgm:t>
    </dgm:pt>
    <dgm:pt modelId="{5CF8E9FF-25D9-49B6-B292-46D58207E38E}">
      <dgm:prSet/>
      <dgm:spPr>
        <a:solidFill>
          <a:schemeClr val="accent1">
            <a:lumMod val="60000"/>
            <a:lumOff val="40000"/>
            <a:alpha val="90000"/>
          </a:schemeClr>
        </a:solidFill>
        <a:ln>
          <a:solidFill>
            <a:srgbClr val="00B050"/>
          </a:solidFill>
        </a:ln>
      </dgm:spPr>
      <dgm:t>
        <a:bodyPr/>
        <a:lstStyle/>
        <a:p>
          <a:endParaRPr lang="en-US" b="1" dirty="0">
            <a:solidFill>
              <a:schemeClr val="tx1"/>
            </a:solidFill>
          </a:endParaRPr>
        </a:p>
      </dgm:t>
    </dgm:pt>
    <dgm:pt modelId="{5F650D99-D899-4649-B4D8-DDD6E6172ED8}" type="parTrans" cxnId="{473DD06E-D4F2-4F89-A11F-330E5F3E6676}">
      <dgm:prSet/>
      <dgm:spPr/>
      <dgm:t>
        <a:bodyPr/>
        <a:lstStyle/>
        <a:p>
          <a:pPr rtl="1"/>
          <a:endParaRPr lang="he-IL"/>
        </a:p>
      </dgm:t>
    </dgm:pt>
    <dgm:pt modelId="{9A98AABE-AE7C-4279-9594-6997F3D4ADD2}" type="sibTrans" cxnId="{473DD06E-D4F2-4F89-A11F-330E5F3E6676}">
      <dgm:prSet/>
      <dgm:spPr/>
      <dgm:t>
        <a:bodyPr/>
        <a:lstStyle/>
        <a:p>
          <a:pPr rtl="1"/>
          <a:endParaRPr lang="he-IL"/>
        </a:p>
      </dgm:t>
    </dgm:pt>
    <dgm:pt modelId="{619A2982-063C-48FD-9C3B-1EFC7D2B265F}">
      <dgm:prSet/>
      <dgm:spPr>
        <a:solidFill>
          <a:schemeClr val="accent1">
            <a:lumMod val="60000"/>
            <a:lumOff val="40000"/>
            <a:alpha val="90000"/>
          </a:schemeClr>
        </a:solidFill>
        <a:ln>
          <a:solidFill>
            <a:srgbClr val="00B050"/>
          </a:solidFill>
        </a:ln>
      </dgm:spPr>
      <dgm:t>
        <a:bodyPr/>
        <a:lstStyle/>
        <a:p>
          <a:pPr rtl="1"/>
          <a:endParaRPr lang="he-IL" b="1" dirty="0">
            <a:solidFill>
              <a:schemeClr val="tx1"/>
            </a:solidFill>
            <a:latin typeface="Arial" panose="020B0604020202020204" pitchFamily="34" charset="0"/>
            <a:cs typeface="Arial" panose="020B0604020202020204" pitchFamily="34" charset="0"/>
          </a:endParaRPr>
        </a:p>
      </dgm:t>
    </dgm:pt>
    <dgm:pt modelId="{DE745090-25E9-456B-B8AB-F2F4AAE11B26}" type="parTrans" cxnId="{6834FCB6-FA98-4677-884D-28780E9AC91D}">
      <dgm:prSet/>
      <dgm:spPr/>
      <dgm:t>
        <a:bodyPr/>
        <a:lstStyle/>
        <a:p>
          <a:pPr rtl="1"/>
          <a:endParaRPr lang="he-IL"/>
        </a:p>
      </dgm:t>
    </dgm:pt>
    <dgm:pt modelId="{135A00AC-008C-4414-B37F-609420A86700}" type="sibTrans" cxnId="{6834FCB6-FA98-4677-884D-28780E9AC91D}">
      <dgm:prSet/>
      <dgm:spPr/>
      <dgm:t>
        <a:bodyPr/>
        <a:lstStyle/>
        <a:p>
          <a:pPr rtl="1"/>
          <a:endParaRPr lang="he-IL"/>
        </a:p>
      </dgm:t>
    </dgm:pt>
    <dgm:pt modelId="{5531E517-BA64-4179-8315-A82D39E285CF}">
      <dgm:prSet phldrT="[Text]"/>
      <dgm:spPr>
        <a:solidFill>
          <a:schemeClr val="accent1">
            <a:lumMod val="75000"/>
          </a:schemeClr>
        </a:solidFill>
        <a:ln>
          <a:solidFill>
            <a:schemeClr val="tx1"/>
          </a:solidFill>
        </a:ln>
      </dgm:spPr>
      <dgm:t>
        <a:bodyPr/>
        <a:lstStyle/>
        <a:p>
          <a:r>
            <a:rPr lang="ar-SA" b="1" dirty="0"/>
            <a:t>المجال المدرسي</a:t>
          </a:r>
          <a:endParaRPr lang="en-US" b="1" dirty="0"/>
        </a:p>
      </dgm:t>
    </dgm:pt>
    <dgm:pt modelId="{8D7E604D-D712-41E6-8D86-12C4212C5C80}" type="parTrans" cxnId="{00B6D762-EBD9-46ED-B7CC-B96F1B5259C4}">
      <dgm:prSet/>
      <dgm:spPr/>
      <dgm:t>
        <a:bodyPr/>
        <a:lstStyle/>
        <a:p>
          <a:pPr rtl="1"/>
          <a:endParaRPr lang="he-IL"/>
        </a:p>
      </dgm:t>
    </dgm:pt>
    <dgm:pt modelId="{C00BD461-DD98-4B16-95CF-5A4D950C9873}" type="sibTrans" cxnId="{00B6D762-EBD9-46ED-B7CC-B96F1B5259C4}">
      <dgm:prSet/>
      <dgm:spPr/>
      <dgm:t>
        <a:bodyPr/>
        <a:lstStyle/>
        <a:p>
          <a:pPr rtl="1"/>
          <a:endParaRPr lang="he-IL"/>
        </a:p>
      </dgm:t>
    </dgm:pt>
    <dgm:pt modelId="{E17012A1-0C26-4A50-B7DE-A7F0D7103459}">
      <dgm:prSet phldrT="[Text]"/>
      <dgm:spPr>
        <a:solidFill>
          <a:schemeClr val="accent1">
            <a:lumMod val="40000"/>
            <a:lumOff val="60000"/>
          </a:schemeClr>
        </a:solidFill>
        <a:ln>
          <a:solidFill>
            <a:schemeClr val="tx1"/>
          </a:solidFill>
        </a:ln>
      </dgm:spPr>
      <dgm:t>
        <a:bodyPr/>
        <a:lstStyle/>
        <a:p>
          <a:pPr rtl="1"/>
          <a:endParaRPr lang="en-US" dirty="0">
            <a:solidFill>
              <a:schemeClr val="tx1"/>
            </a:solidFill>
          </a:endParaRPr>
        </a:p>
      </dgm:t>
    </dgm:pt>
    <dgm:pt modelId="{4B3D62AC-C047-416E-B114-A4BAAFA4EECC}" type="parTrans" cxnId="{92D640AD-305E-4F3B-A70B-BBF224AD9EEC}">
      <dgm:prSet/>
      <dgm:spPr/>
      <dgm:t>
        <a:bodyPr/>
        <a:lstStyle/>
        <a:p>
          <a:pPr rtl="1"/>
          <a:endParaRPr lang="he-IL"/>
        </a:p>
      </dgm:t>
    </dgm:pt>
    <dgm:pt modelId="{1FEEC10B-B03E-4586-BD83-9CDE3109BE5A}" type="sibTrans" cxnId="{92D640AD-305E-4F3B-A70B-BBF224AD9EEC}">
      <dgm:prSet/>
      <dgm:spPr/>
      <dgm:t>
        <a:bodyPr/>
        <a:lstStyle/>
        <a:p>
          <a:pPr rtl="1"/>
          <a:endParaRPr lang="he-IL"/>
        </a:p>
      </dgm:t>
    </dgm:pt>
    <dgm:pt modelId="{B74C747C-B9C8-46ED-970A-F033F6D926A3}">
      <dgm:prSet phldrT="[Text]"/>
      <dgm:spPr>
        <a:solidFill>
          <a:schemeClr val="accent1">
            <a:lumMod val="40000"/>
            <a:lumOff val="60000"/>
          </a:schemeClr>
        </a:solidFill>
        <a:ln>
          <a:solidFill>
            <a:schemeClr val="tx1"/>
          </a:solidFill>
        </a:ln>
      </dgm:spPr>
      <dgm:t>
        <a:bodyPr/>
        <a:lstStyle/>
        <a:p>
          <a:pPr rtl="1"/>
          <a:endParaRPr lang="en-US" dirty="0">
            <a:solidFill>
              <a:schemeClr val="tx1"/>
            </a:solidFill>
            <a:cs typeface="+mn-cs"/>
          </a:endParaRPr>
        </a:p>
      </dgm:t>
    </dgm:pt>
    <dgm:pt modelId="{19AE1888-FA72-489D-A68A-88E28F58BD10}" type="parTrans" cxnId="{F74BF9EA-91F1-4BFC-81DB-7E9FFC1FC51D}">
      <dgm:prSet/>
      <dgm:spPr/>
      <dgm:t>
        <a:bodyPr/>
        <a:lstStyle/>
        <a:p>
          <a:pPr rtl="1"/>
          <a:endParaRPr lang="he-IL"/>
        </a:p>
      </dgm:t>
    </dgm:pt>
    <dgm:pt modelId="{58018EF0-9AF8-4325-9FE0-EB095800B366}" type="sibTrans" cxnId="{F74BF9EA-91F1-4BFC-81DB-7E9FFC1FC51D}">
      <dgm:prSet/>
      <dgm:spPr/>
      <dgm:t>
        <a:bodyPr/>
        <a:lstStyle/>
        <a:p>
          <a:pPr rtl="1"/>
          <a:endParaRPr lang="he-IL"/>
        </a:p>
      </dgm:t>
    </dgm:pt>
    <dgm:pt modelId="{620867BC-34C7-411B-982A-9A859BA1094E}" type="pres">
      <dgm:prSet presAssocID="{C5CD64B9-7262-4FFE-AF19-ABDC1DCF7C0E}" presName="Name0" presStyleCnt="0">
        <dgm:presLayoutVars>
          <dgm:dir val="rev"/>
          <dgm:animLvl val="lvl"/>
          <dgm:resizeHandles val="exact"/>
        </dgm:presLayoutVars>
      </dgm:prSet>
      <dgm:spPr/>
    </dgm:pt>
    <dgm:pt modelId="{0475F7C8-36A9-4A88-9DAF-E307D33D10A2}" type="pres">
      <dgm:prSet presAssocID="{076E67B5-80D5-47EF-88E4-68F189C98358}" presName="vertFlow" presStyleCnt="0"/>
      <dgm:spPr/>
    </dgm:pt>
    <dgm:pt modelId="{0DAAE330-4086-42DB-9D70-E3D011571FD0}" type="pres">
      <dgm:prSet presAssocID="{076E67B5-80D5-47EF-88E4-68F189C98358}" presName="header" presStyleLbl="node1" presStyleIdx="0" presStyleCnt="4" custLinFactNeighborX="1415" custLinFactNeighborY="-18087"/>
      <dgm:spPr/>
    </dgm:pt>
    <dgm:pt modelId="{C8C5E0B5-2FAE-4602-9584-9FA618599313}" type="pres">
      <dgm:prSet presAssocID="{789F93BB-D84E-46FF-B16B-378C5E7A3986}" presName="parTrans" presStyleLbl="sibTrans2D1" presStyleIdx="0" presStyleCnt="12"/>
      <dgm:spPr/>
    </dgm:pt>
    <dgm:pt modelId="{FC0FF507-D293-4284-8BE4-5B5F63DBD3FC}" type="pres">
      <dgm:prSet presAssocID="{19419DAA-C838-4744-97BD-D191F2894836}" presName="child" presStyleLbl="alignAccFollowNode1" presStyleIdx="0" presStyleCnt="12" custScaleY="248389">
        <dgm:presLayoutVars>
          <dgm:chMax val="0"/>
          <dgm:bulletEnabled val="1"/>
        </dgm:presLayoutVars>
      </dgm:prSet>
      <dgm:spPr/>
    </dgm:pt>
    <dgm:pt modelId="{7EDA7D11-3034-4232-8442-671AC900DD31}" type="pres">
      <dgm:prSet presAssocID="{50277781-F657-4AFA-9A05-A0AFA9A36F83}" presName="sibTrans" presStyleLbl="sibTrans2D1" presStyleIdx="1" presStyleCnt="12"/>
      <dgm:spPr/>
    </dgm:pt>
    <dgm:pt modelId="{F372CBE2-3574-4465-B8CB-3B37B494CC5F}" type="pres">
      <dgm:prSet presAssocID="{1961282D-A793-4D4C-AE1A-F70D20EA0281}" presName="child" presStyleLbl="alignAccFollowNode1" presStyleIdx="1" presStyleCnt="12">
        <dgm:presLayoutVars>
          <dgm:chMax val="0"/>
          <dgm:bulletEnabled val="1"/>
        </dgm:presLayoutVars>
      </dgm:prSet>
      <dgm:spPr/>
    </dgm:pt>
    <dgm:pt modelId="{9F338A9F-7D98-4BFD-AF91-B89D8714EA70}" type="pres">
      <dgm:prSet presAssocID="{C78287A9-27C2-4498-82D7-0BCB556FA1F5}" presName="sibTrans" presStyleLbl="sibTrans2D1" presStyleIdx="2" presStyleCnt="12"/>
      <dgm:spPr/>
    </dgm:pt>
    <dgm:pt modelId="{A983BD8E-CDD2-43C2-9B23-805763F40942}" type="pres">
      <dgm:prSet presAssocID="{E7168B93-D8B4-47F5-938F-1578727F219B}" presName="child" presStyleLbl="alignAccFollowNode1" presStyleIdx="2" presStyleCnt="12" custScaleY="371174">
        <dgm:presLayoutVars>
          <dgm:chMax val="0"/>
          <dgm:bulletEnabled val="1"/>
        </dgm:presLayoutVars>
      </dgm:prSet>
      <dgm:spPr/>
    </dgm:pt>
    <dgm:pt modelId="{B7960312-612C-43E3-B6D6-DEC6E1C322D4}" type="pres">
      <dgm:prSet presAssocID="{076E67B5-80D5-47EF-88E4-68F189C98358}" presName="hSp" presStyleCnt="0"/>
      <dgm:spPr/>
    </dgm:pt>
    <dgm:pt modelId="{AB347ACF-8E5A-4544-B5F7-7D57EDC300F9}" type="pres">
      <dgm:prSet presAssocID="{ED0EBDF9-C154-4E4D-B2D2-1154D5BE3BC7}" presName="vertFlow" presStyleCnt="0"/>
      <dgm:spPr/>
    </dgm:pt>
    <dgm:pt modelId="{C9BC1CB0-3981-43F8-9E24-8A67D7775EF0}" type="pres">
      <dgm:prSet presAssocID="{ED0EBDF9-C154-4E4D-B2D2-1154D5BE3BC7}" presName="header" presStyleLbl="node1" presStyleIdx="1" presStyleCnt="4" custLinFactNeighborX="1" custLinFactNeighborY="5129"/>
      <dgm:spPr/>
    </dgm:pt>
    <dgm:pt modelId="{5A3CF1E5-4C58-4623-8B62-F87295F75C0C}" type="pres">
      <dgm:prSet presAssocID="{7AE7D7FE-1AC5-43E5-8B49-DF9A4FF8FD93}" presName="parTrans" presStyleLbl="sibTrans2D1" presStyleIdx="3" presStyleCnt="12"/>
      <dgm:spPr/>
    </dgm:pt>
    <dgm:pt modelId="{2E312B66-FAAB-4329-A463-23B442F0E307}" type="pres">
      <dgm:prSet presAssocID="{9EFC48D7-A916-4940-A53D-936BD281C085}" presName="child" presStyleLbl="alignAccFollowNode1" presStyleIdx="3" presStyleCnt="12" custScaleY="269581">
        <dgm:presLayoutVars>
          <dgm:chMax val="0"/>
          <dgm:bulletEnabled val="1"/>
        </dgm:presLayoutVars>
      </dgm:prSet>
      <dgm:spPr/>
    </dgm:pt>
    <dgm:pt modelId="{7B5FFBC3-8DA4-4825-BA5B-75D50E6253B7}" type="pres">
      <dgm:prSet presAssocID="{E14533D9-9F38-470F-AA36-D92F37392AC9}" presName="sibTrans" presStyleLbl="sibTrans2D1" presStyleIdx="4" presStyleCnt="12"/>
      <dgm:spPr/>
    </dgm:pt>
    <dgm:pt modelId="{4A20C27E-C12F-42FB-B3B1-BE22989BC78C}" type="pres">
      <dgm:prSet presAssocID="{C8576230-050D-4983-B725-7055B7B05B78}" presName="child" presStyleLbl="alignAccFollowNode1" presStyleIdx="4" presStyleCnt="12" custScaleY="170148">
        <dgm:presLayoutVars>
          <dgm:chMax val="0"/>
          <dgm:bulletEnabled val="1"/>
        </dgm:presLayoutVars>
      </dgm:prSet>
      <dgm:spPr/>
    </dgm:pt>
    <dgm:pt modelId="{7089C2D1-370C-40D7-B029-E2AE51438C3F}" type="pres">
      <dgm:prSet presAssocID="{16B9EA38-4EAE-45CF-9EE5-CD3980FBCD1C}" presName="sibTrans" presStyleLbl="sibTrans2D1" presStyleIdx="5" presStyleCnt="12"/>
      <dgm:spPr/>
    </dgm:pt>
    <dgm:pt modelId="{32A886C1-BA41-4DF9-9CD0-3BFD02EF7D63}" type="pres">
      <dgm:prSet presAssocID="{67DF2BB6-9E67-47D3-8B63-D71C9CAAEA5F}" presName="child" presStyleLbl="alignAccFollowNode1" presStyleIdx="5" presStyleCnt="12">
        <dgm:presLayoutVars>
          <dgm:chMax val="0"/>
          <dgm:bulletEnabled val="1"/>
        </dgm:presLayoutVars>
      </dgm:prSet>
      <dgm:spPr/>
    </dgm:pt>
    <dgm:pt modelId="{E674A044-4B6E-4119-B3B3-DEEF91FB1F26}" type="pres">
      <dgm:prSet presAssocID="{ED0EBDF9-C154-4E4D-B2D2-1154D5BE3BC7}" presName="hSp" presStyleCnt="0"/>
      <dgm:spPr/>
    </dgm:pt>
    <dgm:pt modelId="{94766870-7EB7-4D55-989E-764F1176E7F6}" type="pres">
      <dgm:prSet presAssocID="{19BF45AE-6FC4-43CF-9903-80987E879FDD}" presName="vertFlow" presStyleCnt="0"/>
      <dgm:spPr/>
    </dgm:pt>
    <dgm:pt modelId="{6EADCEBD-F91D-423A-BABC-DA2B6290D570}" type="pres">
      <dgm:prSet presAssocID="{19BF45AE-6FC4-43CF-9903-80987E879FDD}" presName="header" presStyleLbl="node1" presStyleIdx="2" presStyleCnt="4" custLinFactNeighborX="706" custLinFactNeighborY="39394"/>
      <dgm:spPr/>
    </dgm:pt>
    <dgm:pt modelId="{69500446-EE39-4304-8054-D0640A98E4AD}" type="pres">
      <dgm:prSet presAssocID="{11D3F009-39A1-47DC-9594-1E15E6C2F1E9}" presName="parTrans" presStyleLbl="sibTrans2D1" presStyleIdx="6" presStyleCnt="12"/>
      <dgm:spPr/>
    </dgm:pt>
    <dgm:pt modelId="{02244191-3671-461E-8114-07618F53D55D}" type="pres">
      <dgm:prSet presAssocID="{A95BE2A2-4A2A-4627-B314-9FEFDE73628A}" presName="child" presStyleLbl="alignAccFollowNode1" presStyleIdx="6" presStyleCnt="12" custScaleY="150020" custLinFactNeighborX="706" custLinFactNeighborY="39394">
        <dgm:presLayoutVars>
          <dgm:chMax val="0"/>
          <dgm:bulletEnabled val="1"/>
        </dgm:presLayoutVars>
      </dgm:prSet>
      <dgm:spPr/>
    </dgm:pt>
    <dgm:pt modelId="{DF182822-A87C-477A-A394-AB83F0D6A545}" type="pres">
      <dgm:prSet presAssocID="{10F6C6F1-40FF-408E-BBC0-A583B4650056}" presName="sibTrans" presStyleLbl="sibTrans2D1" presStyleIdx="7" presStyleCnt="12"/>
      <dgm:spPr/>
    </dgm:pt>
    <dgm:pt modelId="{925FE7E0-5D67-43C9-A6C1-243FA64E9B4E}" type="pres">
      <dgm:prSet presAssocID="{E224BB9C-F142-495F-9BAB-F129DE5484AB}" presName="child" presStyleLbl="alignAccFollowNode1" presStyleIdx="7" presStyleCnt="12" custScaleY="259285" custLinFactNeighborX="706" custLinFactNeighborY="35480">
        <dgm:presLayoutVars>
          <dgm:chMax val="0"/>
          <dgm:bulletEnabled val="1"/>
        </dgm:presLayoutVars>
      </dgm:prSet>
      <dgm:spPr/>
    </dgm:pt>
    <dgm:pt modelId="{C89AA386-068C-42A3-842E-8F792FB8A3B3}" type="pres">
      <dgm:prSet presAssocID="{44ACD7FF-636A-4B67-BFEF-142F329B0E93}" presName="sibTrans" presStyleLbl="sibTrans2D1" presStyleIdx="8" presStyleCnt="12"/>
      <dgm:spPr/>
    </dgm:pt>
    <dgm:pt modelId="{65F34CF7-D484-4223-BA00-88BE69E9438B}" type="pres">
      <dgm:prSet presAssocID="{5CF8E9FF-25D9-49B6-B292-46D58207E38E}" presName="child" presStyleLbl="alignAccFollowNode1" presStyleIdx="8" presStyleCnt="12" custScaleY="150328" custLinFactNeighborX="706" custLinFactNeighborY="35480">
        <dgm:presLayoutVars>
          <dgm:chMax val="0"/>
          <dgm:bulletEnabled val="1"/>
        </dgm:presLayoutVars>
      </dgm:prSet>
      <dgm:spPr/>
    </dgm:pt>
    <dgm:pt modelId="{A31D06E8-4293-4623-BFC4-2D8FDB877569}" type="pres">
      <dgm:prSet presAssocID="{9A98AABE-AE7C-4279-9594-6997F3D4ADD2}" presName="sibTrans" presStyleLbl="sibTrans2D1" presStyleIdx="9" presStyleCnt="12"/>
      <dgm:spPr/>
    </dgm:pt>
    <dgm:pt modelId="{44CE66B6-331F-42E6-A75E-314CB1A1066B}" type="pres">
      <dgm:prSet presAssocID="{619A2982-063C-48FD-9C3B-1EFC7D2B265F}" presName="child" presStyleLbl="alignAccFollowNode1" presStyleIdx="9" presStyleCnt="12" custScaleY="114335" custLinFactNeighborX="706" custLinFactNeighborY="35480">
        <dgm:presLayoutVars>
          <dgm:chMax val="0"/>
          <dgm:bulletEnabled val="1"/>
        </dgm:presLayoutVars>
      </dgm:prSet>
      <dgm:spPr/>
    </dgm:pt>
    <dgm:pt modelId="{C7E5D442-2CB1-4DA8-9F99-0849635D0688}" type="pres">
      <dgm:prSet presAssocID="{19BF45AE-6FC4-43CF-9903-80987E879FDD}" presName="hSp" presStyleCnt="0"/>
      <dgm:spPr/>
    </dgm:pt>
    <dgm:pt modelId="{F0A54A92-8B1C-443A-9FB1-A1F1CD921372}" type="pres">
      <dgm:prSet presAssocID="{5531E517-BA64-4179-8315-A82D39E285CF}" presName="vertFlow" presStyleCnt="0"/>
      <dgm:spPr/>
    </dgm:pt>
    <dgm:pt modelId="{693D8F64-B87C-4263-8EA3-CC9709E3B9C0}" type="pres">
      <dgm:prSet presAssocID="{5531E517-BA64-4179-8315-A82D39E285CF}" presName="header" presStyleLbl="node1" presStyleIdx="3" presStyleCnt="4" custLinFactNeighborX="-1135" custLinFactNeighborY="15136"/>
      <dgm:spPr/>
    </dgm:pt>
    <dgm:pt modelId="{981DBF91-3E60-4CFA-8089-52A3A42081B0}" type="pres">
      <dgm:prSet presAssocID="{4B3D62AC-C047-416E-B114-A4BAAFA4EECC}" presName="parTrans" presStyleLbl="sibTrans2D1" presStyleIdx="10" presStyleCnt="12"/>
      <dgm:spPr/>
    </dgm:pt>
    <dgm:pt modelId="{B3B45FE3-121F-41B0-819E-D66F84FA81A3}" type="pres">
      <dgm:prSet presAssocID="{E17012A1-0C26-4A50-B7DE-A7F0D7103459}" presName="child" presStyleLbl="alignAccFollowNode1" presStyleIdx="10" presStyleCnt="12">
        <dgm:presLayoutVars>
          <dgm:chMax val="0"/>
          <dgm:bulletEnabled val="1"/>
        </dgm:presLayoutVars>
      </dgm:prSet>
      <dgm:spPr/>
    </dgm:pt>
    <dgm:pt modelId="{3096F259-CF01-41C3-B67D-871CED37ACA1}" type="pres">
      <dgm:prSet presAssocID="{1FEEC10B-B03E-4586-BD83-9CDE3109BE5A}" presName="sibTrans" presStyleLbl="sibTrans2D1" presStyleIdx="11" presStyleCnt="12"/>
      <dgm:spPr/>
    </dgm:pt>
    <dgm:pt modelId="{A9CA7B6E-7F54-4BEE-B902-86855AE33C3C}" type="pres">
      <dgm:prSet presAssocID="{B74C747C-B9C8-46ED-970A-F033F6D926A3}" presName="child" presStyleLbl="alignAccFollowNode1" presStyleIdx="11" presStyleCnt="12" custLinFactNeighborX="706" custLinFactNeighborY="35480">
        <dgm:presLayoutVars>
          <dgm:chMax val="0"/>
          <dgm:bulletEnabled val="1"/>
        </dgm:presLayoutVars>
      </dgm:prSet>
      <dgm:spPr/>
    </dgm:pt>
  </dgm:ptLst>
  <dgm:cxnLst>
    <dgm:cxn modelId="{509B5201-7F6E-46A0-A392-43B9C726FF0D}" type="presOf" srcId="{67DF2BB6-9E67-47D3-8B63-D71C9CAAEA5F}" destId="{32A886C1-BA41-4DF9-9CD0-3BFD02EF7D63}" srcOrd="0" destOrd="0" presId="urn:microsoft.com/office/officeart/2005/8/layout/lProcess1"/>
    <dgm:cxn modelId="{3104A302-D42B-4C83-8766-309A69A5DAD7}" type="presOf" srcId="{E224BB9C-F142-495F-9BAB-F129DE5484AB}" destId="{925FE7E0-5D67-43C9-A6C1-243FA64E9B4E}" srcOrd="0" destOrd="0" presId="urn:microsoft.com/office/officeart/2005/8/layout/lProcess1"/>
    <dgm:cxn modelId="{3BF46A0A-DEFC-4056-BC4E-3CBEBC358744}" type="presOf" srcId="{11D3F009-39A1-47DC-9594-1E15E6C2F1E9}" destId="{69500446-EE39-4304-8054-D0640A98E4AD}" srcOrd="0" destOrd="0" presId="urn:microsoft.com/office/officeart/2005/8/layout/lProcess1"/>
    <dgm:cxn modelId="{26572A0E-B750-457B-9AD0-FFA0F202171B}" srcId="{ED0EBDF9-C154-4E4D-B2D2-1154D5BE3BC7}" destId="{C8576230-050D-4983-B725-7055B7B05B78}" srcOrd="1" destOrd="0" parTransId="{863203F6-2A06-446A-9B30-BE1214CA4973}" sibTransId="{16B9EA38-4EAE-45CF-9EE5-CD3980FBCD1C}"/>
    <dgm:cxn modelId="{BF483112-9F6F-4892-B092-A27C3D98CE30}" srcId="{ED0EBDF9-C154-4E4D-B2D2-1154D5BE3BC7}" destId="{67DF2BB6-9E67-47D3-8B63-D71C9CAAEA5F}" srcOrd="2" destOrd="0" parTransId="{FDCAD913-AF27-45D4-97F6-66E5D8D113DB}" sibTransId="{3DDED463-FB63-4505-B876-26FF1A2ED2C7}"/>
    <dgm:cxn modelId="{1CD1D812-5F4E-4D26-A13F-D828440BEEF0}" type="presOf" srcId="{7AE7D7FE-1AC5-43E5-8B49-DF9A4FF8FD93}" destId="{5A3CF1E5-4C58-4623-8B62-F87295F75C0C}" srcOrd="0" destOrd="0" presId="urn:microsoft.com/office/officeart/2005/8/layout/lProcess1"/>
    <dgm:cxn modelId="{164E1C18-CAD3-4478-A59B-3F546C3778D3}" type="presOf" srcId="{1961282D-A793-4D4C-AE1A-F70D20EA0281}" destId="{F372CBE2-3574-4465-B8CB-3B37B494CC5F}" srcOrd="0" destOrd="0" presId="urn:microsoft.com/office/officeart/2005/8/layout/lProcess1"/>
    <dgm:cxn modelId="{039C061B-FEBD-4CB6-A312-7B3D040F6C0E}" srcId="{19BF45AE-6FC4-43CF-9903-80987E879FDD}" destId="{A95BE2A2-4A2A-4627-B314-9FEFDE73628A}" srcOrd="0" destOrd="0" parTransId="{11D3F009-39A1-47DC-9594-1E15E6C2F1E9}" sibTransId="{10F6C6F1-40FF-408E-BBC0-A583B4650056}"/>
    <dgm:cxn modelId="{048DC21E-2924-4807-A81B-AA8D08AA9A07}" type="presOf" srcId="{ED0EBDF9-C154-4E4D-B2D2-1154D5BE3BC7}" destId="{C9BC1CB0-3981-43F8-9E24-8A67D7775EF0}" srcOrd="0" destOrd="0" presId="urn:microsoft.com/office/officeart/2005/8/layout/lProcess1"/>
    <dgm:cxn modelId="{244EA429-DA7C-4379-822A-26C75C3AB3E3}" type="presOf" srcId="{9EFC48D7-A916-4940-A53D-936BD281C085}" destId="{2E312B66-FAAB-4329-A463-23B442F0E307}" srcOrd="0" destOrd="0" presId="urn:microsoft.com/office/officeart/2005/8/layout/lProcess1"/>
    <dgm:cxn modelId="{CC225B3E-B03B-47D9-AD4F-03CC939AB6A8}" srcId="{076E67B5-80D5-47EF-88E4-68F189C98358}" destId="{1961282D-A793-4D4C-AE1A-F70D20EA0281}" srcOrd="1" destOrd="0" parTransId="{82F42370-B54E-4D0C-A764-65F922799F02}" sibTransId="{C78287A9-27C2-4498-82D7-0BCB556FA1F5}"/>
    <dgm:cxn modelId="{52D1245E-A842-4944-BA82-706122B326C5}" type="presOf" srcId="{5531E517-BA64-4179-8315-A82D39E285CF}" destId="{693D8F64-B87C-4263-8EA3-CC9709E3B9C0}" srcOrd="0" destOrd="0" presId="urn:microsoft.com/office/officeart/2005/8/layout/lProcess1"/>
    <dgm:cxn modelId="{55D7D25F-68D8-470A-A334-3EB8C6BBC72B}" type="presOf" srcId="{4B3D62AC-C047-416E-B114-A4BAAFA4EECC}" destId="{981DBF91-3E60-4CFA-8089-52A3A42081B0}" srcOrd="0" destOrd="0" presId="urn:microsoft.com/office/officeart/2005/8/layout/lProcess1"/>
    <dgm:cxn modelId="{B392B241-C36F-4F4A-8BBE-2C28BF206472}" type="presOf" srcId="{789F93BB-D84E-46FF-B16B-378C5E7A3986}" destId="{C8C5E0B5-2FAE-4602-9584-9FA618599313}" srcOrd="0" destOrd="0" presId="urn:microsoft.com/office/officeart/2005/8/layout/lProcess1"/>
    <dgm:cxn modelId="{00B6D762-EBD9-46ED-B7CC-B96F1B5259C4}" srcId="{C5CD64B9-7262-4FFE-AF19-ABDC1DCF7C0E}" destId="{5531E517-BA64-4179-8315-A82D39E285CF}" srcOrd="3" destOrd="0" parTransId="{8D7E604D-D712-41E6-8D86-12C4212C5C80}" sibTransId="{C00BD461-DD98-4B16-95CF-5A4D950C9873}"/>
    <dgm:cxn modelId="{3572C646-B247-484D-A687-A03751C788CF}" type="presOf" srcId="{076E67B5-80D5-47EF-88E4-68F189C98358}" destId="{0DAAE330-4086-42DB-9D70-E3D011571FD0}" srcOrd="0" destOrd="0" presId="urn:microsoft.com/office/officeart/2005/8/layout/lProcess1"/>
    <dgm:cxn modelId="{95B78E47-2207-4C12-8659-2DB8C76C5337}" type="presOf" srcId="{B74C747C-B9C8-46ED-970A-F033F6D926A3}" destId="{A9CA7B6E-7F54-4BEE-B902-86855AE33C3C}" srcOrd="0" destOrd="0" presId="urn:microsoft.com/office/officeart/2005/8/layout/lProcess1"/>
    <dgm:cxn modelId="{473DD06E-D4F2-4F89-A11F-330E5F3E6676}" srcId="{19BF45AE-6FC4-43CF-9903-80987E879FDD}" destId="{5CF8E9FF-25D9-49B6-B292-46D58207E38E}" srcOrd="2" destOrd="0" parTransId="{5F650D99-D899-4649-B4D8-DDD6E6172ED8}" sibTransId="{9A98AABE-AE7C-4279-9594-6997F3D4ADD2}"/>
    <dgm:cxn modelId="{72090370-B69F-4B0A-A7DE-8629ACEFF4CC}" type="presOf" srcId="{44ACD7FF-636A-4B67-BFEF-142F329B0E93}" destId="{C89AA386-068C-42A3-842E-8F792FB8A3B3}" srcOrd="0" destOrd="0" presId="urn:microsoft.com/office/officeart/2005/8/layout/lProcess1"/>
    <dgm:cxn modelId="{CE15A653-4996-4E65-AB3A-DD8CE2082A09}" type="presOf" srcId="{A95BE2A2-4A2A-4627-B314-9FEFDE73628A}" destId="{02244191-3671-461E-8114-07618F53D55D}" srcOrd="0" destOrd="0" presId="urn:microsoft.com/office/officeart/2005/8/layout/lProcess1"/>
    <dgm:cxn modelId="{59855275-D820-4EA2-B046-478C957A4895}" srcId="{C5CD64B9-7262-4FFE-AF19-ABDC1DCF7C0E}" destId="{ED0EBDF9-C154-4E4D-B2D2-1154D5BE3BC7}" srcOrd="1" destOrd="0" parTransId="{9B457674-6D61-4129-B6DE-735E41F3123F}" sibTransId="{4B5DD8AC-9045-4648-BE14-1EEE8171E9DE}"/>
    <dgm:cxn modelId="{58FDB879-898C-40DE-A2C4-260DAC1DAA64}" type="presOf" srcId="{10F6C6F1-40FF-408E-BBC0-A583B4650056}" destId="{DF182822-A87C-477A-A394-AB83F0D6A545}" srcOrd="0" destOrd="0" presId="urn:microsoft.com/office/officeart/2005/8/layout/lProcess1"/>
    <dgm:cxn modelId="{CECA055A-5F52-42E2-88F0-2EAFD77CA1DD}" type="presOf" srcId="{16B9EA38-4EAE-45CF-9EE5-CD3980FBCD1C}" destId="{7089C2D1-370C-40D7-B029-E2AE51438C3F}" srcOrd="0" destOrd="0" presId="urn:microsoft.com/office/officeart/2005/8/layout/lProcess1"/>
    <dgm:cxn modelId="{2E0A0F85-2227-4586-8C24-22F2C0703A07}" type="presOf" srcId="{C5CD64B9-7262-4FFE-AF19-ABDC1DCF7C0E}" destId="{620867BC-34C7-411B-982A-9A859BA1094E}" srcOrd="0" destOrd="0" presId="urn:microsoft.com/office/officeart/2005/8/layout/lProcess1"/>
    <dgm:cxn modelId="{A8A1E48C-97EF-4383-A62F-C487A660C867}" type="presOf" srcId="{19419DAA-C838-4744-97BD-D191F2894836}" destId="{FC0FF507-D293-4284-8BE4-5B5F63DBD3FC}" srcOrd="0" destOrd="0" presId="urn:microsoft.com/office/officeart/2005/8/layout/lProcess1"/>
    <dgm:cxn modelId="{F1F8FB90-603F-4458-A11B-47729F060E57}" type="presOf" srcId="{9A98AABE-AE7C-4279-9594-6997F3D4ADD2}" destId="{A31D06E8-4293-4623-BFC4-2D8FDB877569}" srcOrd="0" destOrd="0" presId="urn:microsoft.com/office/officeart/2005/8/layout/lProcess1"/>
    <dgm:cxn modelId="{811D709E-327F-46DA-B7CE-0A1E88033F66}" srcId="{ED0EBDF9-C154-4E4D-B2D2-1154D5BE3BC7}" destId="{9EFC48D7-A916-4940-A53D-936BD281C085}" srcOrd="0" destOrd="0" parTransId="{7AE7D7FE-1AC5-43E5-8B49-DF9A4FF8FD93}" sibTransId="{E14533D9-9F38-470F-AA36-D92F37392AC9}"/>
    <dgm:cxn modelId="{409C0E9F-F34C-4869-95E4-34F8CA5BBF23}" srcId="{C5CD64B9-7262-4FFE-AF19-ABDC1DCF7C0E}" destId="{19BF45AE-6FC4-43CF-9903-80987E879FDD}" srcOrd="2" destOrd="0" parTransId="{65621F3B-7C40-4B81-BC99-FA561717EEC6}" sibTransId="{48E9A733-889A-436B-822F-86F9A4E10A9E}"/>
    <dgm:cxn modelId="{4B959EAA-BC43-4981-8043-BE15A0E0A3A2}" type="presOf" srcId="{5CF8E9FF-25D9-49B6-B292-46D58207E38E}" destId="{65F34CF7-D484-4223-BA00-88BE69E9438B}" srcOrd="0" destOrd="0" presId="urn:microsoft.com/office/officeart/2005/8/layout/lProcess1"/>
    <dgm:cxn modelId="{92D640AD-305E-4F3B-A70B-BBF224AD9EEC}" srcId="{5531E517-BA64-4179-8315-A82D39E285CF}" destId="{E17012A1-0C26-4A50-B7DE-A7F0D7103459}" srcOrd="0" destOrd="0" parTransId="{4B3D62AC-C047-416E-B114-A4BAAFA4EECC}" sibTransId="{1FEEC10B-B03E-4586-BD83-9CDE3109BE5A}"/>
    <dgm:cxn modelId="{BF78B2AE-F5A5-426E-8DEF-FDC05D53BA27}" type="presOf" srcId="{C78287A9-27C2-4498-82D7-0BCB556FA1F5}" destId="{9F338A9F-7D98-4BFD-AF91-B89D8714EA70}" srcOrd="0" destOrd="0" presId="urn:microsoft.com/office/officeart/2005/8/layout/lProcess1"/>
    <dgm:cxn modelId="{6834FCB6-FA98-4677-884D-28780E9AC91D}" srcId="{19BF45AE-6FC4-43CF-9903-80987E879FDD}" destId="{619A2982-063C-48FD-9C3B-1EFC7D2B265F}" srcOrd="3" destOrd="0" parTransId="{DE745090-25E9-456B-B8AB-F2F4AAE11B26}" sibTransId="{135A00AC-008C-4414-B37F-609420A86700}"/>
    <dgm:cxn modelId="{EA6E53B7-D3E1-4433-A50E-252C33ADFE58}" srcId="{076E67B5-80D5-47EF-88E4-68F189C98358}" destId="{E7168B93-D8B4-47F5-938F-1578727F219B}" srcOrd="2" destOrd="0" parTransId="{40A89800-7782-41F8-80A8-308F2C70B8DA}" sibTransId="{35B2C8D1-71B8-43C5-85C4-E6875B8FC444}"/>
    <dgm:cxn modelId="{30378EBC-D3B1-4093-A12A-9EE558B83DB2}" type="presOf" srcId="{619A2982-063C-48FD-9C3B-1EFC7D2B265F}" destId="{44CE66B6-331F-42E6-A75E-314CB1A1066B}" srcOrd="0" destOrd="0" presId="urn:microsoft.com/office/officeart/2005/8/layout/lProcess1"/>
    <dgm:cxn modelId="{13A598C0-EEC9-45EA-A806-79668A3BA85B}" type="presOf" srcId="{1FEEC10B-B03E-4586-BD83-9CDE3109BE5A}" destId="{3096F259-CF01-41C3-B67D-871CED37ACA1}" srcOrd="0" destOrd="0" presId="urn:microsoft.com/office/officeart/2005/8/layout/lProcess1"/>
    <dgm:cxn modelId="{E65BADC6-5F99-474E-844E-E457DBAFAFC6}" type="presOf" srcId="{C8576230-050D-4983-B725-7055B7B05B78}" destId="{4A20C27E-C12F-42FB-B3B1-BE22989BC78C}" srcOrd="0" destOrd="0" presId="urn:microsoft.com/office/officeart/2005/8/layout/lProcess1"/>
    <dgm:cxn modelId="{98FD67C7-EEC4-47FB-BE1C-2FB88D1C9B28}" type="presOf" srcId="{19BF45AE-6FC4-43CF-9903-80987E879FDD}" destId="{6EADCEBD-F91D-423A-BABC-DA2B6290D570}" srcOrd="0" destOrd="0" presId="urn:microsoft.com/office/officeart/2005/8/layout/lProcess1"/>
    <dgm:cxn modelId="{1C6E97C9-3B68-41FD-BBA1-9B88D00AFA3A}" srcId="{C5CD64B9-7262-4FFE-AF19-ABDC1DCF7C0E}" destId="{076E67B5-80D5-47EF-88E4-68F189C98358}" srcOrd="0" destOrd="0" parTransId="{78AEACBB-1256-45E4-8F7E-E8CC59CC26CD}" sibTransId="{FB640CC2-595F-44E9-9071-F6E0C9A4600A}"/>
    <dgm:cxn modelId="{B9F21FCD-4D2C-42B2-B822-DC33109B139C}" srcId="{19BF45AE-6FC4-43CF-9903-80987E879FDD}" destId="{E224BB9C-F142-495F-9BAB-F129DE5484AB}" srcOrd="1" destOrd="0" parTransId="{6DDE0769-525A-479A-A7B4-59E64F9B877B}" sibTransId="{44ACD7FF-636A-4B67-BFEF-142F329B0E93}"/>
    <dgm:cxn modelId="{EC4F3AD6-BB0A-4068-B1DC-F2F0EE5DA3EC}" type="presOf" srcId="{E7168B93-D8B4-47F5-938F-1578727F219B}" destId="{A983BD8E-CDD2-43C2-9B23-805763F40942}" srcOrd="0" destOrd="0" presId="urn:microsoft.com/office/officeart/2005/8/layout/lProcess1"/>
    <dgm:cxn modelId="{D8D3C2D6-1137-4366-B66C-FC3CDAAF9664}" type="presOf" srcId="{E17012A1-0C26-4A50-B7DE-A7F0D7103459}" destId="{B3B45FE3-121F-41B0-819E-D66F84FA81A3}" srcOrd="0" destOrd="0" presId="urn:microsoft.com/office/officeart/2005/8/layout/lProcess1"/>
    <dgm:cxn modelId="{F82E88DB-6D69-438B-8193-EEAE60A1D1F3}" type="presOf" srcId="{E14533D9-9F38-470F-AA36-D92F37392AC9}" destId="{7B5FFBC3-8DA4-4825-BA5B-75D50E6253B7}" srcOrd="0" destOrd="0" presId="urn:microsoft.com/office/officeart/2005/8/layout/lProcess1"/>
    <dgm:cxn modelId="{F74BF9EA-91F1-4BFC-81DB-7E9FFC1FC51D}" srcId="{5531E517-BA64-4179-8315-A82D39E285CF}" destId="{B74C747C-B9C8-46ED-970A-F033F6D926A3}" srcOrd="1" destOrd="0" parTransId="{19AE1888-FA72-489D-A68A-88E28F58BD10}" sibTransId="{58018EF0-9AF8-4325-9FE0-EB095800B366}"/>
    <dgm:cxn modelId="{21E5BFEC-123C-4B9A-B1F9-054C2A80B950}" type="presOf" srcId="{50277781-F657-4AFA-9A05-A0AFA9A36F83}" destId="{7EDA7D11-3034-4232-8442-671AC900DD31}" srcOrd="0" destOrd="0" presId="urn:microsoft.com/office/officeart/2005/8/layout/lProcess1"/>
    <dgm:cxn modelId="{5F4653F8-5B5A-4543-A347-6903CE25A602}" srcId="{076E67B5-80D5-47EF-88E4-68F189C98358}" destId="{19419DAA-C838-4744-97BD-D191F2894836}" srcOrd="0" destOrd="0" parTransId="{789F93BB-D84E-46FF-B16B-378C5E7A3986}" sibTransId="{50277781-F657-4AFA-9A05-A0AFA9A36F83}"/>
    <dgm:cxn modelId="{4881C695-7007-45BB-8DA0-9C070321EDCA}" type="presParOf" srcId="{620867BC-34C7-411B-982A-9A859BA1094E}" destId="{0475F7C8-36A9-4A88-9DAF-E307D33D10A2}" srcOrd="0" destOrd="0" presId="urn:microsoft.com/office/officeart/2005/8/layout/lProcess1"/>
    <dgm:cxn modelId="{CCC72467-BAB9-41C1-B5CC-E64825CF163D}" type="presParOf" srcId="{0475F7C8-36A9-4A88-9DAF-E307D33D10A2}" destId="{0DAAE330-4086-42DB-9D70-E3D011571FD0}" srcOrd="0" destOrd="0" presId="urn:microsoft.com/office/officeart/2005/8/layout/lProcess1"/>
    <dgm:cxn modelId="{6FE9A835-288C-4A13-A2BA-B500225095E7}" type="presParOf" srcId="{0475F7C8-36A9-4A88-9DAF-E307D33D10A2}" destId="{C8C5E0B5-2FAE-4602-9584-9FA618599313}" srcOrd="1" destOrd="0" presId="urn:microsoft.com/office/officeart/2005/8/layout/lProcess1"/>
    <dgm:cxn modelId="{6B437267-AAC4-4705-9853-DED24B883633}" type="presParOf" srcId="{0475F7C8-36A9-4A88-9DAF-E307D33D10A2}" destId="{FC0FF507-D293-4284-8BE4-5B5F63DBD3FC}" srcOrd="2" destOrd="0" presId="urn:microsoft.com/office/officeart/2005/8/layout/lProcess1"/>
    <dgm:cxn modelId="{ADCD93F0-CAEA-47DC-AA90-576B877872E0}" type="presParOf" srcId="{0475F7C8-36A9-4A88-9DAF-E307D33D10A2}" destId="{7EDA7D11-3034-4232-8442-671AC900DD31}" srcOrd="3" destOrd="0" presId="urn:microsoft.com/office/officeart/2005/8/layout/lProcess1"/>
    <dgm:cxn modelId="{A8EC6A2C-42E2-4518-BB7F-BF9508443645}" type="presParOf" srcId="{0475F7C8-36A9-4A88-9DAF-E307D33D10A2}" destId="{F372CBE2-3574-4465-B8CB-3B37B494CC5F}" srcOrd="4" destOrd="0" presId="urn:microsoft.com/office/officeart/2005/8/layout/lProcess1"/>
    <dgm:cxn modelId="{761A2E42-FFFE-4DF6-A84C-704F1BA0E865}" type="presParOf" srcId="{0475F7C8-36A9-4A88-9DAF-E307D33D10A2}" destId="{9F338A9F-7D98-4BFD-AF91-B89D8714EA70}" srcOrd="5" destOrd="0" presId="urn:microsoft.com/office/officeart/2005/8/layout/lProcess1"/>
    <dgm:cxn modelId="{BC83B843-E95B-4870-9EBB-31F7339C5A9A}" type="presParOf" srcId="{0475F7C8-36A9-4A88-9DAF-E307D33D10A2}" destId="{A983BD8E-CDD2-43C2-9B23-805763F40942}" srcOrd="6" destOrd="0" presId="urn:microsoft.com/office/officeart/2005/8/layout/lProcess1"/>
    <dgm:cxn modelId="{799642F7-797E-4245-B29D-7C046B23AE2E}" type="presParOf" srcId="{620867BC-34C7-411B-982A-9A859BA1094E}" destId="{B7960312-612C-43E3-B6D6-DEC6E1C322D4}" srcOrd="1" destOrd="0" presId="urn:microsoft.com/office/officeart/2005/8/layout/lProcess1"/>
    <dgm:cxn modelId="{846CD762-61F8-49C7-A268-7ABA0980C9CC}" type="presParOf" srcId="{620867BC-34C7-411B-982A-9A859BA1094E}" destId="{AB347ACF-8E5A-4544-B5F7-7D57EDC300F9}" srcOrd="2" destOrd="0" presId="urn:microsoft.com/office/officeart/2005/8/layout/lProcess1"/>
    <dgm:cxn modelId="{CAC438D9-2457-4DE5-BF43-1F2866B3BED9}" type="presParOf" srcId="{AB347ACF-8E5A-4544-B5F7-7D57EDC300F9}" destId="{C9BC1CB0-3981-43F8-9E24-8A67D7775EF0}" srcOrd="0" destOrd="0" presId="urn:microsoft.com/office/officeart/2005/8/layout/lProcess1"/>
    <dgm:cxn modelId="{FF292EDE-87A3-4226-9500-115EFE04725D}" type="presParOf" srcId="{AB347ACF-8E5A-4544-B5F7-7D57EDC300F9}" destId="{5A3CF1E5-4C58-4623-8B62-F87295F75C0C}" srcOrd="1" destOrd="0" presId="urn:microsoft.com/office/officeart/2005/8/layout/lProcess1"/>
    <dgm:cxn modelId="{AC931DFD-6FF9-45B4-BFAF-DCA475534B1F}" type="presParOf" srcId="{AB347ACF-8E5A-4544-B5F7-7D57EDC300F9}" destId="{2E312B66-FAAB-4329-A463-23B442F0E307}" srcOrd="2" destOrd="0" presId="urn:microsoft.com/office/officeart/2005/8/layout/lProcess1"/>
    <dgm:cxn modelId="{A42CC17A-69E1-438E-8B7B-7A5F2873B981}" type="presParOf" srcId="{AB347ACF-8E5A-4544-B5F7-7D57EDC300F9}" destId="{7B5FFBC3-8DA4-4825-BA5B-75D50E6253B7}" srcOrd="3" destOrd="0" presId="urn:microsoft.com/office/officeart/2005/8/layout/lProcess1"/>
    <dgm:cxn modelId="{0AB3006E-95F5-4B91-8738-B9FB4AA9AAEB}" type="presParOf" srcId="{AB347ACF-8E5A-4544-B5F7-7D57EDC300F9}" destId="{4A20C27E-C12F-42FB-B3B1-BE22989BC78C}" srcOrd="4" destOrd="0" presId="urn:microsoft.com/office/officeart/2005/8/layout/lProcess1"/>
    <dgm:cxn modelId="{BC4B169D-8AC3-41C2-AEB6-9B076535D4A6}" type="presParOf" srcId="{AB347ACF-8E5A-4544-B5F7-7D57EDC300F9}" destId="{7089C2D1-370C-40D7-B029-E2AE51438C3F}" srcOrd="5" destOrd="0" presId="urn:microsoft.com/office/officeart/2005/8/layout/lProcess1"/>
    <dgm:cxn modelId="{81571F29-17B3-45EA-9175-69668AC906A6}" type="presParOf" srcId="{AB347ACF-8E5A-4544-B5F7-7D57EDC300F9}" destId="{32A886C1-BA41-4DF9-9CD0-3BFD02EF7D63}" srcOrd="6" destOrd="0" presId="urn:microsoft.com/office/officeart/2005/8/layout/lProcess1"/>
    <dgm:cxn modelId="{B2887588-C428-4FA5-8B00-B78A91570244}" type="presParOf" srcId="{620867BC-34C7-411B-982A-9A859BA1094E}" destId="{E674A044-4B6E-4119-B3B3-DEEF91FB1F26}" srcOrd="3" destOrd="0" presId="urn:microsoft.com/office/officeart/2005/8/layout/lProcess1"/>
    <dgm:cxn modelId="{8DCED9E7-4883-432C-B4F2-0E0125D2AD0C}" type="presParOf" srcId="{620867BC-34C7-411B-982A-9A859BA1094E}" destId="{94766870-7EB7-4D55-989E-764F1176E7F6}" srcOrd="4" destOrd="0" presId="urn:microsoft.com/office/officeart/2005/8/layout/lProcess1"/>
    <dgm:cxn modelId="{A48FDACA-0437-4906-BB2B-39B89BD7DA3B}" type="presParOf" srcId="{94766870-7EB7-4D55-989E-764F1176E7F6}" destId="{6EADCEBD-F91D-423A-BABC-DA2B6290D570}" srcOrd="0" destOrd="0" presId="urn:microsoft.com/office/officeart/2005/8/layout/lProcess1"/>
    <dgm:cxn modelId="{391BEA2D-D6FF-4E80-A17F-2AA92DD964A6}" type="presParOf" srcId="{94766870-7EB7-4D55-989E-764F1176E7F6}" destId="{69500446-EE39-4304-8054-D0640A98E4AD}" srcOrd="1" destOrd="0" presId="urn:microsoft.com/office/officeart/2005/8/layout/lProcess1"/>
    <dgm:cxn modelId="{43409EA7-E834-406F-979F-4572DF7FFF45}" type="presParOf" srcId="{94766870-7EB7-4D55-989E-764F1176E7F6}" destId="{02244191-3671-461E-8114-07618F53D55D}" srcOrd="2" destOrd="0" presId="urn:microsoft.com/office/officeart/2005/8/layout/lProcess1"/>
    <dgm:cxn modelId="{33BF5C66-4613-47FC-9A9C-3C206473882B}" type="presParOf" srcId="{94766870-7EB7-4D55-989E-764F1176E7F6}" destId="{DF182822-A87C-477A-A394-AB83F0D6A545}" srcOrd="3" destOrd="0" presId="urn:microsoft.com/office/officeart/2005/8/layout/lProcess1"/>
    <dgm:cxn modelId="{6940832A-51AC-4B1E-BEC9-36B460C7A8D7}" type="presParOf" srcId="{94766870-7EB7-4D55-989E-764F1176E7F6}" destId="{925FE7E0-5D67-43C9-A6C1-243FA64E9B4E}" srcOrd="4" destOrd="0" presId="urn:microsoft.com/office/officeart/2005/8/layout/lProcess1"/>
    <dgm:cxn modelId="{8F5530E6-575D-47B2-B2DE-1F4AA01EB813}" type="presParOf" srcId="{94766870-7EB7-4D55-989E-764F1176E7F6}" destId="{C89AA386-068C-42A3-842E-8F792FB8A3B3}" srcOrd="5" destOrd="0" presId="urn:microsoft.com/office/officeart/2005/8/layout/lProcess1"/>
    <dgm:cxn modelId="{035D4B32-E387-4F74-8939-91604B3385BB}" type="presParOf" srcId="{94766870-7EB7-4D55-989E-764F1176E7F6}" destId="{65F34CF7-D484-4223-BA00-88BE69E9438B}" srcOrd="6" destOrd="0" presId="urn:microsoft.com/office/officeart/2005/8/layout/lProcess1"/>
    <dgm:cxn modelId="{508124B6-E419-41CD-A0EC-CAB30D54B89F}" type="presParOf" srcId="{94766870-7EB7-4D55-989E-764F1176E7F6}" destId="{A31D06E8-4293-4623-BFC4-2D8FDB877569}" srcOrd="7" destOrd="0" presId="urn:microsoft.com/office/officeart/2005/8/layout/lProcess1"/>
    <dgm:cxn modelId="{4F82F159-0A19-4913-9A6A-816AC79AA94B}" type="presParOf" srcId="{94766870-7EB7-4D55-989E-764F1176E7F6}" destId="{44CE66B6-331F-42E6-A75E-314CB1A1066B}" srcOrd="8" destOrd="0" presId="urn:microsoft.com/office/officeart/2005/8/layout/lProcess1"/>
    <dgm:cxn modelId="{B2C5C07A-94DE-415F-ABCF-9BF08DA9D054}" type="presParOf" srcId="{620867BC-34C7-411B-982A-9A859BA1094E}" destId="{C7E5D442-2CB1-4DA8-9F99-0849635D0688}" srcOrd="5" destOrd="0" presId="urn:microsoft.com/office/officeart/2005/8/layout/lProcess1"/>
    <dgm:cxn modelId="{6AA96792-64FA-4C0A-830A-68A085DF936A}" type="presParOf" srcId="{620867BC-34C7-411B-982A-9A859BA1094E}" destId="{F0A54A92-8B1C-443A-9FB1-A1F1CD921372}" srcOrd="6" destOrd="0" presId="urn:microsoft.com/office/officeart/2005/8/layout/lProcess1"/>
    <dgm:cxn modelId="{C596D40E-7EDF-44B4-9AD3-C686E68E9176}" type="presParOf" srcId="{F0A54A92-8B1C-443A-9FB1-A1F1CD921372}" destId="{693D8F64-B87C-4263-8EA3-CC9709E3B9C0}" srcOrd="0" destOrd="0" presId="urn:microsoft.com/office/officeart/2005/8/layout/lProcess1"/>
    <dgm:cxn modelId="{1E7FADF2-14D4-42F8-A780-EE5AEEFB4149}" type="presParOf" srcId="{F0A54A92-8B1C-443A-9FB1-A1F1CD921372}" destId="{981DBF91-3E60-4CFA-8089-52A3A42081B0}" srcOrd="1" destOrd="0" presId="urn:microsoft.com/office/officeart/2005/8/layout/lProcess1"/>
    <dgm:cxn modelId="{F8A31D28-BB3E-45CC-9CDC-C3707EB28A21}" type="presParOf" srcId="{F0A54A92-8B1C-443A-9FB1-A1F1CD921372}" destId="{B3B45FE3-121F-41B0-819E-D66F84FA81A3}" srcOrd="2" destOrd="0" presId="urn:microsoft.com/office/officeart/2005/8/layout/lProcess1"/>
    <dgm:cxn modelId="{D2F0D26C-30CE-44E1-8192-5F0A140470FD}" type="presParOf" srcId="{F0A54A92-8B1C-443A-9FB1-A1F1CD921372}" destId="{3096F259-CF01-41C3-B67D-871CED37ACA1}" srcOrd="3" destOrd="0" presId="urn:microsoft.com/office/officeart/2005/8/layout/lProcess1"/>
    <dgm:cxn modelId="{796F59BA-8D0B-473C-9384-C074C7681C04}" type="presParOf" srcId="{F0A54A92-8B1C-443A-9FB1-A1F1CD921372}" destId="{A9CA7B6E-7F54-4BEE-B902-86855AE33C3C}" srcOrd="4" destOrd="0" presId="urn:microsoft.com/office/officeart/2005/8/layout/l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CD64B9-7262-4FFE-AF19-ABDC1DCF7C0E}" type="doc">
      <dgm:prSet loTypeId="urn:microsoft.com/office/officeart/2005/8/layout/lProcess1" loCatId="process" qsTypeId="urn:microsoft.com/office/officeart/2005/8/quickstyle/simple1" qsCatId="simple" csTypeId="urn:microsoft.com/office/officeart/2005/8/colors/colorful5" csCatId="colorful" phldr="1"/>
      <dgm:spPr/>
      <dgm:t>
        <a:bodyPr/>
        <a:lstStyle/>
        <a:p>
          <a:endParaRPr lang="en-US"/>
        </a:p>
      </dgm:t>
    </dgm:pt>
    <dgm:pt modelId="{076E67B5-80D5-47EF-88E4-68F189C98358}">
      <dgm:prSet/>
      <dgm:spPr>
        <a:solidFill>
          <a:schemeClr val="accent1">
            <a:lumMod val="75000"/>
          </a:schemeClr>
        </a:solidFill>
        <a:ln>
          <a:solidFill>
            <a:srgbClr val="FF9933"/>
          </a:solidFill>
        </a:ln>
      </dgm:spPr>
      <dgm:t>
        <a:bodyPr/>
        <a:lstStyle/>
        <a:p>
          <a:r>
            <a:rPr lang="ar-SA" b="1" dirty="0"/>
            <a:t>المجال الذاتي(الشخصي)</a:t>
          </a:r>
          <a:endParaRPr lang="en-US" b="1" dirty="0"/>
        </a:p>
      </dgm:t>
    </dgm:pt>
    <dgm:pt modelId="{78AEACBB-1256-45E4-8F7E-E8CC59CC26CD}" type="parTrans" cxnId="{1C6E97C9-3B68-41FD-BBA1-9B88D00AFA3A}">
      <dgm:prSet/>
      <dgm:spPr/>
      <dgm:t>
        <a:bodyPr/>
        <a:lstStyle/>
        <a:p>
          <a:pPr rtl="1"/>
          <a:endParaRPr lang="he-IL"/>
        </a:p>
      </dgm:t>
    </dgm:pt>
    <dgm:pt modelId="{FB640CC2-595F-44E9-9071-F6E0C9A4600A}" type="sibTrans" cxnId="{1C6E97C9-3B68-41FD-BBA1-9B88D00AFA3A}">
      <dgm:prSet/>
      <dgm:spPr/>
      <dgm:t>
        <a:bodyPr/>
        <a:lstStyle/>
        <a:p>
          <a:pPr rtl="1"/>
          <a:endParaRPr lang="he-IL"/>
        </a:p>
      </dgm:t>
    </dgm:pt>
    <dgm:pt modelId="{19419DAA-C838-4744-97BD-D191F2894836}">
      <dgm:prSet/>
      <dgm:spPr>
        <a:solidFill>
          <a:schemeClr val="tx2">
            <a:lumMod val="40000"/>
            <a:lumOff val="60000"/>
          </a:schemeClr>
        </a:solidFill>
        <a:ln>
          <a:solidFill>
            <a:schemeClr val="accent6">
              <a:lumMod val="75000"/>
            </a:schemeClr>
          </a:solidFill>
        </a:ln>
      </dgm:spPr>
      <dgm:t>
        <a:bodyPr/>
        <a:lstStyle/>
        <a:p>
          <a:r>
            <a:rPr lang="ar-SA" b="1" dirty="0">
              <a:solidFill>
                <a:schemeClr val="tx1"/>
              </a:solidFill>
              <a:cs typeface="+mn-cs"/>
            </a:rPr>
            <a:t>المساهمة في الشعور بالكفاءة ،</a:t>
          </a:r>
        </a:p>
        <a:p>
          <a:r>
            <a:rPr lang="ar-SA" b="1" dirty="0">
              <a:solidFill>
                <a:schemeClr val="tx1"/>
              </a:solidFill>
              <a:cs typeface="+mn-cs"/>
            </a:rPr>
            <a:t>تكوين الهوية الشخصية،</a:t>
          </a:r>
        </a:p>
        <a:p>
          <a:r>
            <a:rPr lang="ar-SA" b="1" dirty="0">
              <a:solidFill>
                <a:schemeClr val="tx1"/>
              </a:solidFill>
              <a:cs typeface="+mn-cs"/>
            </a:rPr>
            <a:t>التطور الأخلاقي </a:t>
          </a:r>
        </a:p>
        <a:p>
          <a:endParaRPr lang="en-US" b="1" dirty="0">
            <a:solidFill>
              <a:schemeClr val="tx1">
                <a:lumMod val="65000"/>
                <a:lumOff val="35000"/>
              </a:schemeClr>
            </a:solidFill>
            <a:cs typeface="+mn-cs"/>
          </a:endParaRPr>
        </a:p>
      </dgm:t>
    </dgm:pt>
    <dgm:pt modelId="{789F93BB-D84E-46FF-B16B-378C5E7A3986}" type="parTrans" cxnId="{5F4653F8-5B5A-4543-A347-6903CE25A602}">
      <dgm:prSet/>
      <dgm:spPr/>
      <dgm:t>
        <a:bodyPr/>
        <a:lstStyle/>
        <a:p>
          <a:pPr rtl="1"/>
          <a:endParaRPr lang="he-IL"/>
        </a:p>
      </dgm:t>
    </dgm:pt>
    <dgm:pt modelId="{50277781-F657-4AFA-9A05-A0AFA9A36F83}" type="sibTrans" cxnId="{5F4653F8-5B5A-4543-A347-6903CE25A602}">
      <dgm:prSet/>
      <dgm:spPr/>
      <dgm:t>
        <a:bodyPr/>
        <a:lstStyle/>
        <a:p>
          <a:pPr rtl="1"/>
          <a:endParaRPr lang="he-IL"/>
        </a:p>
      </dgm:t>
    </dgm:pt>
    <dgm:pt modelId="{1961282D-A793-4D4C-AE1A-F70D20EA0281}">
      <dgm:prSet/>
      <dgm:spPr>
        <a:solidFill>
          <a:schemeClr val="tx2">
            <a:lumMod val="40000"/>
            <a:lumOff val="60000"/>
          </a:schemeClr>
        </a:solidFill>
        <a:ln>
          <a:solidFill>
            <a:schemeClr val="accent6">
              <a:lumMod val="75000"/>
            </a:schemeClr>
          </a:solidFill>
        </a:ln>
      </dgm:spPr>
      <dgm:t>
        <a:bodyPr/>
        <a:lstStyle/>
        <a:p>
          <a:pPr rtl="1"/>
          <a:r>
            <a:rPr lang="ar-SA" b="1" dirty="0">
              <a:solidFill>
                <a:schemeClr val="tx1"/>
              </a:solidFill>
              <a:latin typeface="Gisha" panose="020B0502040204020203" pitchFamily="34" charset="-79"/>
              <a:cs typeface="+mn-cs"/>
            </a:rPr>
            <a:t>التحضير للمجال المهني (العمل)</a:t>
          </a:r>
          <a:endParaRPr lang="he-IL" b="1" dirty="0">
            <a:solidFill>
              <a:schemeClr val="tx1"/>
            </a:solidFill>
            <a:latin typeface="Gisha" panose="020B0502040204020203" pitchFamily="34" charset="-79"/>
            <a:cs typeface="+mn-cs"/>
          </a:endParaRPr>
        </a:p>
      </dgm:t>
    </dgm:pt>
    <dgm:pt modelId="{82F42370-B54E-4D0C-A764-65F922799F02}" type="parTrans" cxnId="{CC225B3E-B03B-47D9-AD4F-03CC939AB6A8}">
      <dgm:prSet/>
      <dgm:spPr/>
      <dgm:t>
        <a:bodyPr/>
        <a:lstStyle/>
        <a:p>
          <a:pPr rtl="1"/>
          <a:endParaRPr lang="he-IL"/>
        </a:p>
      </dgm:t>
    </dgm:pt>
    <dgm:pt modelId="{C78287A9-27C2-4498-82D7-0BCB556FA1F5}" type="sibTrans" cxnId="{CC225B3E-B03B-47D9-AD4F-03CC939AB6A8}">
      <dgm:prSet/>
      <dgm:spPr/>
      <dgm:t>
        <a:bodyPr/>
        <a:lstStyle/>
        <a:p>
          <a:pPr rtl="1"/>
          <a:endParaRPr lang="he-IL"/>
        </a:p>
      </dgm:t>
    </dgm:pt>
    <dgm:pt modelId="{E7168B93-D8B4-47F5-938F-1578727F219B}">
      <dgm:prSet custT="1"/>
      <dgm:spPr>
        <a:solidFill>
          <a:schemeClr val="tx2">
            <a:lumMod val="40000"/>
            <a:lumOff val="60000"/>
          </a:schemeClr>
        </a:solidFill>
        <a:ln>
          <a:solidFill>
            <a:schemeClr val="accent6">
              <a:lumMod val="75000"/>
            </a:schemeClr>
          </a:solidFill>
        </a:ln>
      </dgm:spPr>
      <dgm:t>
        <a:bodyPr/>
        <a:lstStyle/>
        <a:p>
          <a:r>
            <a:rPr lang="ar-SA" sz="1600" b="1" dirty="0">
              <a:solidFill>
                <a:schemeClr val="tx1"/>
              </a:solidFill>
            </a:rPr>
            <a:t>تقوية المهارات بين شخصية (</a:t>
          </a:r>
          <a:r>
            <a:rPr lang="ar-SA" sz="1600" b="1" dirty="0" err="1">
              <a:solidFill>
                <a:schemeClr val="tx1"/>
              </a:solidFill>
            </a:rPr>
            <a:t>بيْشخصية</a:t>
          </a:r>
          <a:r>
            <a:rPr lang="ar-SA" sz="1600" b="1" dirty="0">
              <a:solidFill>
                <a:schemeClr val="tx1"/>
              </a:solidFill>
            </a:rPr>
            <a:t> )</a:t>
          </a:r>
        </a:p>
        <a:p>
          <a:r>
            <a:rPr lang="he-IL" sz="1600" b="1" dirty="0">
              <a:solidFill>
                <a:schemeClr val="tx1"/>
              </a:solidFill>
            </a:rPr>
            <a:t>(בין אישי)</a:t>
          </a:r>
          <a:endParaRPr lang="ar-SA" sz="1600" b="1" dirty="0">
            <a:solidFill>
              <a:schemeClr val="tx1"/>
            </a:solidFill>
          </a:endParaRPr>
        </a:p>
        <a:p>
          <a:r>
            <a:rPr lang="ar-SA" sz="1600" b="1" dirty="0">
              <a:solidFill>
                <a:schemeClr val="tx1"/>
              </a:solidFill>
            </a:rPr>
            <a:t>مهارات الاتصال، القيادة والتعاون  </a:t>
          </a:r>
        </a:p>
        <a:p>
          <a:endParaRPr lang="en-US" sz="1200" b="1" dirty="0">
            <a:solidFill>
              <a:schemeClr val="tx1"/>
            </a:solidFill>
          </a:endParaRPr>
        </a:p>
      </dgm:t>
    </dgm:pt>
    <dgm:pt modelId="{40A89800-7782-41F8-80A8-308F2C70B8DA}" type="parTrans" cxnId="{EA6E53B7-D3E1-4433-A50E-252C33ADFE58}">
      <dgm:prSet/>
      <dgm:spPr/>
      <dgm:t>
        <a:bodyPr/>
        <a:lstStyle/>
        <a:p>
          <a:pPr rtl="1"/>
          <a:endParaRPr lang="he-IL"/>
        </a:p>
      </dgm:t>
    </dgm:pt>
    <dgm:pt modelId="{35B2C8D1-71B8-43C5-85C4-E6875B8FC444}" type="sibTrans" cxnId="{EA6E53B7-D3E1-4433-A50E-252C33ADFE58}">
      <dgm:prSet/>
      <dgm:spPr/>
      <dgm:t>
        <a:bodyPr/>
        <a:lstStyle/>
        <a:p>
          <a:pPr rtl="1"/>
          <a:endParaRPr lang="he-IL"/>
        </a:p>
      </dgm:t>
    </dgm:pt>
    <dgm:pt modelId="{ED0EBDF9-C154-4E4D-B2D2-1154D5BE3BC7}">
      <dgm:prSet/>
      <dgm:spPr>
        <a:solidFill>
          <a:schemeClr val="accent1">
            <a:lumMod val="75000"/>
          </a:schemeClr>
        </a:solidFill>
        <a:ln>
          <a:solidFill>
            <a:srgbClr val="FF0000"/>
          </a:solidFill>
        </a:ln>
      </dgm:spPr>
      <dgm:t>
        <a:bodyPr/>
        <a:lstStyle/>
        <a:p>
          <a:r>
            <a:rPr lang="ar-SA" b="1" dirty="0"/>
            <a:t>المجال الاجتماعي</a:t>
          </a:r>
          <a:endParaRPr lang="en-US" b="1" dirty="0"/>
        </a:p>
      </dgm:t>
    </dgm:pt>
    <dgm:pt modelId="{9B457674-6D61-4129-B6DE-735E41F3123F}" type="parTrans" cxnId="{59855275-D820-4EA2-B046-478C957A4895}">
      <dgm:prSet/>
      <dgm:spPr/>
      <dgm:t>
        <a:bodyPr/>
        <a:lstStyle/>
        <a:p>
          <a:pPr rtl="1"/>
          <a:endParaRPr lang="he-IL"/>
        </a:p>
      </dgm:t>
    </dgm:pt>
    <dgm:pt modelId="{4B5DD8AC-9045-4648-BE14-1EEE8171E9DE}" type="sibTrans" cxnId="{59855275-D820-4EA2-B046-478C957A4895}">
      <dgm:prSet/>
      <dgm:spPr/>
      <dgm:t>
        <a:bodyPr/>
        <a:lstStyle/>
        <a:p>
          <a:pPr rtl="1"/>
          <a:endParaRPr lang="he-IL"/>
        </a:p>
      </dgm:t>
    </dgm:pt>
    <dgm:pt modelId="{9EFC48D7-A916-4940-A53D-936BD281C085}">
      <dgm:prSet/>
      <dgm:spPr>
        <a:solidFill>
          <a:schemeClr val="accent1">
            <a:lumMod val="40000"/>
            <a:lumOff val="60000"/>
          </a:schemeClr>
        </a:solidFill>
        <a:ln>
          <a:solidFill>
            <a:srgbClr val="FF0000">
              <a:alpha val="90000"/>
            </a:srgbClr>
          </a:solidFill>
        </a:ln>
      </dgm:spPr>
      <dgm:t>
        <a:bodyPr/>
        <a:lstStyle/>
        <a:p>
          <a:r>
            <a:rPr lang="ar-SA" b="1" dirty="0">
              <a:solidFill>
                <a:schemeClr val="tx1"/>
              </a:solidFill>
            </a:rPr>
            <a:t>تقليص الآراء المسبقة</a:t>
          </a:r>
        </a:p>
        <a:p>
          <a:r>
            <a:rPr lang="ar-SA" b="1" dirty="0">
              <a:solidFill>
                <a:schemeClr val="tx1"/>
              </a:solidFill>
            </a:rPr>
            <a:t>وتعزيز الفهم للتعددية </a:t>
          </a:r>
        </a:p>
        <a:p>
          <a:endParaRPr lang="ar-SA" b="1" dirty="0">
            <a:solidFill>
              <a:schemeClr val="tx1"/>
            </a:solidFill>
          </a:endParaRPr>
        </a:p>
        <a:p>
          <a:r>
            <a:rPr lang="ar-SA" b="1" dirty="0">
              <a:solidFill>
                <a:schemeClr val="tx1"/>
              </a:solidFill>
            </a:rPr>
            <a:t> </a:t>
          </a:r>
          <a:endParaRPr lang="en-US" b="1" dirty="0">
            <a:solidFill>
              <a:schemeClr val="tx1"/>
            </a:solidFill>
          </a:endParaRPr>
        </a:p>
      </dgm:t>
    </dgm:pt>
    <dgm:pt modelId="{7AE7D7FE-1AC5-43E5-8B49-DF9A4FF8FD93}" type="parTrans" cxnId="{811D709E-327F-46DA-B7CE-0A1E88033F66}">
      <dgm:prSet/>
      <dgm:spPr/>
      <dgm:t>
        <a:bodyPr/>
        <a:lstStyle/>
        <a:p>
          <a:pPr rtl="1"/>
          <a:endParaRPr lang="he-IL"/>
        </a:p>
      </dgm:t>
    </dgm:pt>
    <dgm:pt modelId="{E14533D9-9F38-470F-AA36-D92F37392AC9}" type="sibTrans" cxnId="{811D709E-327F-46DA-B7CE-0A1E88033F66}">
      <dgm:prSet/>
      <dgm:spPr/>
      <dgm:t>
        <a:bodyPr/>
        <a:lstStyle/>
        <a:p>
          <a:pPr rtl="1"/>
          <a:endParaRPr lang="he-IL"/>
        </a:p>
      </dgm:t>
    </dgm:pt>
    <dgm:pt modelId="{C8576230-050D-4983-B725-7055B7B05B78}">
      <dgm:prSet/>
      <dgm:spPr>
        <a:solidFill>
          <a:schemeClr val="accent1">
            <a:lumMod val="40000"/>
            <a:lumOff val="60000"/>
          </a:schemeClr>
        </a:solidFill>
        <a:ln>
          <a:solidFill>
            <a:srgbClr val="FF0000">
              <a:alpha val="90000"/>
            </a:srgbClr>
          </a:solidFill>
        </a:ln>
      </dgm:spPr>
      <dgm:t>
        <a:bodyPr/>
        <a:lstStyle/>
        <a:p>
          <a:r>
            <a:rPr lang="ar-SA" b="1" dirty="0">
              <a:solidFill>
                <a:schemeClr val="tx1"/>
              </a:solidFill>
            </a:rPr>
            <a:t>زيادة فرص التداخل والتطوع بعد انهاء التعليم </a:t>
          </a:r>
          <a:endParaRPr lang="en-US" b="1" dirty="0">
            <a:solidFill>
              <a:schemeClr val="tx1"/>
            </a:solidFill>
          </a:endParaRPr>
        </a:p>
      </dgm:t>
    </dgm:pt>
    <dgm:pt modelId="{863203F6-2A06-446A-9B30-BE1214CA4973}" type="parTrans" cxnId="{26572A0E-B750-457B-9AD0-FFA0F202171B}">
      <dgm:prSet/>
      <dgm:spPr/>
      <dgm:t>
        <a:bodyPr/>
        <a:lstStyle/>
        <a:p>
          <a:pPr rtl="1"/>
          <a:endParaRPr lang="he-IL"/>
        </a:p>
      </dgm:t>
    </dgm:pt>
    <dgm:pt modelId="{16B9EA38-4EAE-45CF-9EE5-CD3980FBCD1C}" type="sibTrans" cxnId="{26572A0E-B750-457B-9AD0-FFA0F202171B}">
      <dgm:prSet/>
      <dgm:spPr/>
      <dgm:t>
        <a:bodyPr/>
        <a:lstStyle/>
        <a:p>
          <a:pPr rtl="1"/>
          <a:endParaRPr lang="he-IL"/>
        </a:p>
      </dgm:t>
    </dgm:pt>
    <dgm:pt modelId="{67DF2BB6-9E67-47D3-8B63-D71C9CAAEA5F}">
      <dgm:prSet/>
      <dgm:spPr>
        <a:solidFill>
          <a:schemeClr val="accent1">
            <a:lumMod val="40000"/>
            <a:lumOff val="60000"/>
          </a:schemeClr>
        </a:solidFill>
        <a:ln>
          <a:solidFill>
            <a:srgbClr val="FF0000">
              <a:alpha val="90000"/>
            </a:srgbClr>
          </a:solidFill>
        </a:ln>
      </dgm:spPr>
      <dgm:t>
        <a:bodyPr/>
        <a:lstStyle/>
        <a:p>
          <a:r>
            <a:rPr lang="ar-SA" b="1" dirty="0">
              <a:solidFill>
                <a:schemeClr val="tx1"/>
              </a:solidFill>
            </a:rPr>
            <a:t>تطوير المسؤولية الاجتماعية والمدنية</a:t>
          </a:r>
          <a:endParaRPr lang="en-US" b="1" dirty="0">
            <a:solidFill>
              <a:schemeClr val="tx1"/>
            </a:solidFill>
          </a:endParaRPr>
        </a:p>
      </dgm:t>
    </dgm:pt>
    <dgm:pt modelId="{FDCAD913-AF27-45D4-97F6-66E5D8D113DB}" type="parTrans" cxnId="{BF483112-9F6F-4892-B092-A27C3D98CE30}">
      <dgm:prSet/>
      <dgm:spPr/>
      <dgm:t>
        <a:bodyPr/>
        <a:lstStyle/>
        <a:p>
          <a:pPr rtl="1"/>
          <a:endParaRPr lang="he-IL"/>
        </a:p>
      </dgm:t>
    </dgm:pt>
    <dgm:pt modelId="{3DDED463-FB63-4505-B876-26FF1A2ED2C7}" type="sibTrans" cxnId="{BF483112-9F6F-4892-B092-A27C3D98CE30}">
      <dgm:prSet/>
      <dgm:spPr/>
      <dgm:t>
        <a:bodyPr/>
        <a:lstStyle/>
        <a:p>
          <a:pPr rtl="1"/>
          <a:endParaRPr lang="he-IL"/>
        </a:p>
      </dgm:t>
    </dgm:pt>
    <dgm:pt modelId="{19BF45AE-6FC4-43CF-9903-80987E879FDD}">
      <dgm:prSet phldrT="[Text]"/>
      <dgm:spPr>
        <a:solidFill>
          <a:schemeClr val="accent1">
            <a:lumMod val="75000"/>
          </a:schemeClr>
        </a:solidFill>
        <a:ln>
          <a:solidFill>
            <a:schemeClr val="accent3">
              <a:lumMod val="75000"/>
            </a:schemeClr>
          </a:solidFill>
        </a:ln>
      </dgm:spPr>
      <dgm:t>
        <a:bodyPr/>
        <a:lstStyle/>
        <a:p>
          <a:r>
            <a:rPr lang="ar-SA" b="1" dirty="0"/>
            <a:t>المجال التعليمي</a:t>
          </a:r>
          <a:endParaRPr lang="en-US" b="1" dirty="0"/>
        </a:p>
      </dgm:t>
    </dgm:pt>
    <dgm:pt modelId="{65621F3B-7C40-4B81-BC99-FA561717EEC6}" type="parTrans" cxnId="{409C0E9F-F34C-4869-95E4-34F8CA5BBF23}">
      <dgm:prSet/>
      <dgm:spPr/>
      <dgm:t>
        <a:bodyPr/>
        <a:lstStyle/>
        <a:p>
          <a:pPr rtl="1"/>
          <a:endParaRPr lang="he-IL"/>
        </a:p>
      </dgm:t>
    </dgm:pt>
    <dgm:pt modelId="{48E9A733-889A-436B-822F-86F9A4E10A9E}" type="sibTrans" cxnId="{409C0E9F-F34C-4869-95E4-34F8CA5BBF23}">
      <dgm:prSet/>
      <dgm:spPr/>
      <dgm:t>
        <a:bodyPr/>
        <a:lstStyle/>
        <a:p>
          <a:pPr rtl="1"/>
          <a:endParaRPr lang="he-IL"/>
        </a:p>
      </dgm:t>
    </dgm:pt>
    <dgm:pt modelId="{A95BE2A2-4A2A-4627-B314-9FEFDE73628A}">
      <dgm:prSet phldrT="[Text]"/>
      <dgm:spPr>
        <a:solidFill>
          <a:schemeClr val="accent1">
            <a:lumMod val="60000"/>
            <a:lumOff val="40000"/>
          </a:schemeClr>
        </a:solidFill>
        <a:ln>
          <a:solidFill>
            <a:srgbClr val="00B050"/>
          </a:solidFill>
        </a:ln>
      </dgm:spPr>
      <dgm:t>
        <a:bodyPr/>
        <a:lstStyle/>
        <a:p>
          <a:pPr rtl="1"/>
          <a:r>
            <a:rPr lang="ar-SA" b="1" dirty="0">
              <a:solidFill>
                <a:schemeClr val="tx1"/>
              </a:solidFill>
              <a:cs typeface="+mn-cs"/>
            </a:rPr>
            <a:t>فهم المواقف والحالات المعقدة وغير الواضحة</a:t>
          </a:r>
          <a:endParaRPr lang="en-US" b="1" dirty="0">
            <a:solidFill>
              <a:schemeClr val="tx1"/>
            </a:solidFill>
            <a:cs typeface="+mn-cs"/>
          </a:endParaRPr>
        </a:p>
      </dgm:t>
    </dgm:pt>
    <dgm:pt modelId="{11D3F009-39A1-47DC-9594-1E15E6C2F1E9}" type="parTrans" cxnId="{039C061B-FEBD-4CB6-A312-7B3D040F6C0E}">
      <dgm:prSet/>
      <dgm:spPr/>
      <dgm:t>
        <a:bodyPr/>
        <a:lstStyle/>
        <a:p>
          <a:pPr rtl="1"/>
          <a:endParaRPr lang="he-IL"/>
        </a:p>
      </dgm:t>
    </dgm:pt>
    <dgm:pt modelId="{10F6C6F1-40FF-408E-BBC0-A583B4650056}" type="sibTrans" cxnId="{039C061B-FEBD-4CB6-A312-7B3D040F6C0E}">
      <dgm:prSet/>
      <dgm:spPr/>
      <dgm:t>
        <a:bodyPr/>
        <a:lstStyle/>
        <a:p>
          <a:pPr rtl="1"/>
          <a:endParaRPr lang="he-IL"/>
        </a:p>
      </dgm:t>
    </dgm:pt>
    <dgm:pt modelId="{E224BB9C-F142-495F-9BAB-F129DE5484AB}">
      <dgm:prSet phldrT="[Text]" custT="1"/>
      <dgm:spPr>
        <a:solidFill>
          <a:schemeClr val="accent1">
            <a:lumMod val="60000"/>
            <a:lumOff val="40000"/>
          </a:schemeClr>
        </a:solidFill>
        <a:ln>
          <a:solidFill>
            <a:srgbClr val="00B050"/>
          </a:solidFill>
        </a:ln>
      </dgm:spPr>
      <dgm:t>
        <a:bodyPr/>
        <a:lstStyle/>
        <a:p>
          <a:pPr rtl="1"/>
          <a:r>
            <a:rPr lang="he-IL" sz="1400" b="1" dirty="0">
              <a:latin typeface="Gisha" panose="020B0502040204020203" pitchFamily="34" charset="-79"/>
              <a:cs typeface="+mn-cs"/>
            </a:rPr>
            <a:t>                                         </a:t>
          </a:r>
          <a:r>
            <a:rPr lang="ar-SA" sz="1600" b="1" dirty="0">
              <a:latin typeface="Gisha" panose="020B0502040204020203" pitchFamily="34" charset="-79"/>
              <a:cs typeface="+mn-cs"/>
            </a:rPr>
            <a:t>مهارات تعليمية مثل :</a:t>
          </a:r>
        </a:p>
        <a:p>
          <a:pPr rtl="1"/>
          <a:r>
            <a:rPr lang="ar-SA" sz="1600" b="1" dirty="0">
              <a:solidFill>
                <a:schemeClr val="tx1"/>
              </a:solidFill>
              <a:latin typeface="Gisha" panose="020B0502040204020203" pitchFamily="34" charset="-79"/>
              <a:cs typeface="+mn-cs"/>
            </a:rPr>
            <a:t>حل مشاكل والتفكير النقدي البنّاء  </a:t>
          </a:r>
          <a:endParaRPr lang="en-US" sz="1600" dirty="0">
            <a:solidFill>
              <a:schemeClr val="tx1"/>
            </a:solidFill>
            <a:cs typeface="+mn-cs"/>
          </a:endParaRPr>
        </a:p>
      </dgm:t>
    </dgm:pt>
    <dgm:pt modelId="{6DDE0769-525A-479A-A7B4-59E64F9B877B}" type="parTrans" cxnId="{B9F21FCD-4D2C-42B2-B822-DC33109B139C}">
      <dgm:prSet/>
      <dgm:spPr/>
      <dgm:t>
        <a:bodyPr/>
        <a:lstStyle/>
        <a:p>
          <a:pPr rtl="1"/>
          <a:endParaRPr lang="he-IL"/>
        </a:p>
      </dgm:t>
    </dgm:pt>
    <dgm:pt modelId="{44ACD7FF-636A-4B67-BFEF-142F329B0E93}" type="sibTrans" cxnId="{B9F21FCD-4D2C-42B2-B822-DC33109B139C}">
      <dgm:prSet/>
      <dgm:spPr/>
      <dgm:t>
        <a:bodyPr/>
        <a:lstStyle/>
        <a:p>
          <a:pPr rtl="1"/>
          <a:endParaRPr lang="he-IL"/>
        </a:p>
      </dgm:t>
    </dgm:pt>
    <dgm:pt modelId="{5CF8E9FF-25D9-49B6-B292-46D58207E38E}">
      <dgm:prSet/>
      <dgm:spPr>
        <a:solidFill>
          <a:schemeClr val="accent1">
            <a:lumMod val="60000"/>
            <a:lumOff val="40000"/>
            <a:alpha val="90000"/>
          </a:schemeClr>
        </a:solidFill>
        <a:ln>
          <a:solidFill>
            <a:srgbClr val="00B050"/>
          </a:solidFill>
        </a:ln>
      </dgm:spPr>
      <dgm:t>
        <a:bodyPr/>
        <a:lstStyle/>
        <a:p>
          <a:r>
            <a:rPr lang="ar-SA" b="1" dirty="0">
              <a:solidFill>
                <a:schemeClr val="tx1"/>
              </a:solidFill>
            </a:rPr>
            <a:t>تطبيق التعليم في أوضاع حياتية تطابق الواقع</a:t>
          </a:r>
          <a:endParaRPr lang="en-US" b="1" dirty="0">
            <a:solidFill>
              <a:schemeClr val="tx1"/>
            </a:solidFill>
          </a:endParaRPr>
        </a:p>
      </dgm:t>
    </dgm:pt>
    <dgm:pt modelId="{5F650D99-D899-4649-B4D8-DDD6E6172ED8}" type="parTrans" cxnId="{473DD06E-D4F2-4F89-A11F-330E5F3E6676}">
      <dgm:prSet/>
      <dgm:spPr/>
      <dgm:t>
        <a:bodyPr/>
        <a:lstStyle/>
        <a:p>
          <a:pPr rtl="1"/>
          <a:endParaRPr lang="he-IL"/>
        </a:p>
      </dgm:t>
    </dgm:pt>
    <dgm:pt modelId="{9A98AABE-AE7C-4279-9594-6997F3D4ADD2}" type="sibTrans" cxnId="{473DD06E-D4F2-4F89-A11F-330E5F3E6676}">
      <dgm:prSet/>
      <dgm:spPr/>
      <dgm:t>
        <a:bodyPr/>
        <a:lstStyle/>
        <a:p>
          <a:pPr rtl="1"/>
          <a:endParaRPr lang="he-IL"/>
        </a:p>
      </dgm:t>
    </dgm:pt>
    <dgm:pt modelId="{619A2982-063C-48FD-9C3B-1EFC7D2B265F}">
      <dgm:prSet/>
      <dgm:spPr>
        <a:solidFill>
          <a:schemeClr val="accent1">
            <a:lumMod val="60000"/>
            <a:lumOff val="40000"/>
            <a:alpha val="90000"/>
          </a:schemeClr>
        </a:solidFill>
        <a:ln>
          <a:solidFill>
            <a:srgbClr val="00B050"/>
          </a:solidFill>
        </a:ln>
      </dgm:spPr>
      <dgm:t>
        <a:bodyPr/>
        <a:lstStyle/>
        <a:p>
          <a:pPr rtl="1"/>
          <a:r>
            <a:rPr lang="ar-SA" b="1" dirty="0">
              <a:solidFill>
                <a:schemeClr val="tx1"/>
              </a:solidFill>
              <a:latin typeface="Arial" panose="020B0604020202020204" pitchFamily="34" charset="0"/>
              <a:cs typeface="Arial" panose="020B0604020202020204" pitchFamily="34" charset="0"/>
            </a:rPr>
            <a:t>تقوية الشعور بأهمية</a:t>
          </a:r>
          <a:r>
            <a:rPr lang="ar-SA" b="1" i="0" dirty="0"/>
            <a:t> </a:t>
          </a:r>
        </a:p>
        <a:p>
          <a:pPr rtl="1"/>
          <a:r>
            <a:rPr lang="ar-SA" b="1" i="0" dirty="0"/>
            <a:t>ما يتم تعلمه</a:t>
          </a:r>
          <a:r>
            <a:rPr lang="ar-SA" b="1" dirty="0">
              <a:solidFill>
                <a:schemeClr val="tx1"/>
              </a:solidFill>
              <a:latin typeface="Arial" panose="020B0604020202020204" pitchFamily="34" charset="0"/>
              <a:cs typeface="Arial" panose="020B0604020202020204" pitchFamily="34" charset="0"/>
            </a:rPr>
            <a:t> </a:t>
          </a:r>
          <a:endParaRPr lang="he-IL" b="1" dirty="0">
            <a:solidFill>
              <a:schemeClr val="tx1"/>
            </a:solidFill>
            <a:latin typeface="Arial" panose="020B0604020202020204" pitchFamily="34" charset="0"/>
            <a:cs typeface="Arial" panose="020B0604020202020204" pitchFamily="34" charset="0"/>
          </a:endParaRPr>
        </a:p>
      </dgm:t>
    </dgm:pt>
    <dgm:pt modelId="{DE745090-25E9-456B-B8AB-F2F4AAE11B26}" type="parTrans" cxnId="{6834FCB6-FA98-4677-884D-28780E9AC91D}">
      <dgm:prSet/>
      <dgm:spPr/>
      <dgm:t>
        <a:bodyPr/>
        <a:lstStyle/>
        <a:p>
          <a:pPr rtl="1"/>
          <a:endParaRPr lang="he-IL"/>
        </a:p>
      </dgm:t>
    </dgm:pt>
    <dgm:pt modelId="{135A00AC-008C-4414-B37F-609420A86700}" type="sibTrans" cxnId="{6834FCB6-FA98-4677-884D-28780E9AC91D}">
      <dgm:prSet/>
      <dgm:spPr/>
      <dgm:t>
        <a:bodyPr/>
        <a:lstStyle/>
        <a:p>
          <a:pPr rtl="1"/>
          <a:endParaRPr lang="he-IL"/>
        </a:p>
      </dgm:t>
    </dgm:pt>
    <dgm:pt modelId="{5531E517-BA64-4179-8315-A82D39E285CF}">
      <dgm:prSet phldrT="[Text]"/>
      <dgm:spPr>
        <a:solidFill>
          <a:schemeClr val="accent1">
            <a:lumMod val="75000"/>
          </a:schemeClr>
        </a:solidFill>
        <a:ln>
          <a:solidFill>
            <a:schemeClr val="tx1"/>
          </a:solidFill>
        </a:ln>
      </dgm:spPr>
      <dgm:t>
        <a:bodyPr/>
        <a:lstStyle/>
        <a:p>
          <a:r>
            <a:rPr lang="ar-SA" b="1" dirty="0"/>
            <a:t>المجال المدرسي</a:t>
          </a:r>
          <a:endParaRPr lang="en-US" b="1" dirty="0"/>
        </a:p>
      </dgm:t>
    </dgm:pt>
    <dgm:pt modelId="{8D7E604D-D712-41E6-8D86-12C4212C5C80}" type="parTrans" cxnId="{00B6D762-EBD9-46ED-B7CC-B96F1B5259C4}">
      <dgm:prSet/>
      <dgm:spPr/>
      <dgm:t>
        <a:bodyPr/>
        <a:lstStyle/>
        <a:p>
          <a:pPr rtl="1"/>
          <a:endParaRPr lang="he-IL"/>
        </a:p>
      </dgm:t>
    </dgm:pt>
    <dgm:pt modelId="{C00BD461-DD98-4B16-95CF-5A4D950C9873}" type="sibTrans" cxnId="{00B6D762-EBD9-46ED-B7CC-B96F1B5259C4}">
      <dgm:prSet/>
      <dgm:spPr/>
      <dgm:t>
        <a:bodyPr/>
        <a:lstStyle/>
        <a:p>
          <a:pPr rtl="1"/>
          <a:endParaRPr lang="he-IL"/>
        </a:p>
      </dgm:t>
    </dgm:pt>
    <dgm:pt modelId="{E17012A1-0C26-4A50-B7DE-A7F0D7103459}">
      <dgm:prSet phldrT="[Text]"/>
      <dgm:spPr>
        <a:solidFill>
          <a:schemeClr val="accent1">
            <a:lumMod val="40000"/>
            <a:lumOff val="60000"/>
          </a:schemeClr>
        </a:solidFill>
        <a:ln>
          <a:solidFill>
            <a:schemeClr val="tx1"/>
          </a:solidFill>
        </a:ln>
      </dgm:spPr>
      <dgm:t>
        <a:bodyPr/>
        <a:lstStyle/>
        <a:p>
          <a:pPr rtl="1"/>
          <a:r>
            <a:rPr lang="ar-SA" b="1" dirty="0">
              <a:solidFill>
                <a:schemeClr val="tx1"/>
              </a:solidFill>
            </a:rPr>
            <a:t>تقوية العلاقات مع المعلمين </a:t>
          </a:r>
          <a:endParaRPr lang="en-US" b="1" dirty="0">
            <a:solidFill>
              <a:schemeClr val="tx1"/>
            </a:solidFill>
          </a:endParaRPr>
        </a:p>
      </dgm:t>
    </dgm:pt>
    <dgm:pt modelId="{4B3D62AC-C047-416E-B114-A4BAAFA4EECC}" type="parTrans" cxnId="{92D640AD-305E-4F3B-A70B-BBF224AD9EEC}">
      <dgm:prSet/>
      <dgm:spPr/>
      <dgm:t>
        <a:bodyPr/>
        <a:lstStyle/>
        <a:p>
          <a:pPr rtl="1"/>
          <a:endParaRPr lang="he-IL"/>
        </a:p>
      </dgm:t>
    </dgm:pt>
    <dgm:pt modelId="{1FEEC10B-B03E-4586-BD83-9CDE3109BE5A}" type="sibTrans" cxnId="{92D640AD-305E-4F3B-A70B-BBF224AD9EEC}">
      <dgm:prSet/>
      <dgm:spPr/>
      <dgm:t>
        <a:bodyPr/>
        <a:lstStyle/>
        <a:p>
          <a:pPr rtl="1"/>
          <a:endParaRPr lang="he-IL"/>
        </a:p>
      </dgm:t>
    </dgm:pt>
    <dgm:pt modelId="{B74C747C-B9C8-46ED-970A-F033F6D926A3}">
      <dgm:prSet phldrT="[Text]"/>
      <dgm:spPr>
        <a:solidFill>
          <a:schemeClr val="accent1">
            <a:lumMod val="40000"/>
            <a:lumOff val="60000"/>
          </a:schemeClr>
        </a:solidFill>
        <a:ln>
          <a:solidFill>
            <a:schemeClr val="tx1"/>
          </a:solidFill>
        </a:ln>
      </dgm:spPr>
      <dgm:t>
        <a:bodyPr/>
        <a:lstStyle/>
        <a:p>
          <a:pPr rtl="1"/>
          <a:r>
            <a:rPr lang="ar-SA" b="1" dirty="0">
              <a:solidFill>
                <a:schemeClr val="tx1"/>
              </a:solidFill>
              <a:cs typeface="+mn-cs"/>
            </a:rPr>
            <a:t>تقوية الشعور بالانتماء للمدرسة </a:t>
          </a:r>
          <a:endParaRPr lang="en-US" b="1" dirty="0">
            <a:solidFill>
              <a:schemeClr val="tx1"/>
            </a:solidFill>
            <a:cs typeface="+mn-cs"/>
          </a:endParaRPr>
        </a:p>
      </dgm:t>
    </dgm:pt>
    <dgm:pt modelId="{19AE1888-FA72-489D-A68A-88E28F58BD10}" type="parTrans" cxnId="{F74BF9EA-91F1-4BFC-81DB-7E9FFC1FC51D}">
      <dgm:prSet/>
      <dgm:spPr/>
      <dgm:t>
        <a:bodyPr/>
        <a:lstStyle/>
        <a:p>
          <a:pPr rtl="1"/>
          <a:endParaRPr lang="he-IL"/>
        </a:p>
      </dgm:t>
    </dgm:pt>
    <dgm:pt modelId="{58018EF0-9AF8-4325-9FE0-EB095800B366}" type="sibTrans" cxnId="{F74BF9EA-91F1-4BFC-81DB-7E9FFC1FC51D}">
      <dgm:prSet/>
      <dgm:spPr/>
      <dgm:t>
        <a:bodyPr/>
        <a:lstStyle/>
        <a:p>
          <a:pPr rtl="1"/>
          <a:endParaRPr lang="he-IL"/>
        </a:p>
      </dgm:t>
    </dgm:pt>
    <dgm:pt modelId="{620867BC-34C7-411B-982A-9A859BA1094E}" type="pres">
      <dgm:prSet presAssocID="{C5CD64B9-7262-4FFE-AF19-ABDC1DCF7C0E}" presName="Name0" presStyleCnt="0">
        <dgm:presLayoutVars>
          <dgm:dir val="rev"/>
          <dgm:animLvl val="lvl"/>
          <dgm:resizeHandles val="exact"/>
        </dgm:presLayoutVars>
      </dgm:prSet>
      <dgm:spPr/>
    </dgm:pt>
    <dgm:pt modelId="{0475F7C8-36A9-4A88-9DAF-E307D33D10A2}" type="pres">
      <dgm:prSet presAssocID="{076E67B5-80D5-47EF-88E4-68F189C98358}" presName="vertFlow" presStyleCnt="0"/>
      <dgm:spPr/>
    </dgm:pt>
    <dgm:pt modelId="{0DAAE330-4086-42DB-9D70-E3D011571FD0}" type="pres">
      <dgm:prSet presAssocID="{076E67B5-80D5-47EF-88E4-68F189C98358}" presName="header" presStyleLbl="node1" presStyleIdx="0" presStyleCnt="4" custLinFactNeighborX="1415" custLinFactNeighborY="-18087"/>
      <dgm:spPr/>
    </dgm:pt>
    <dgm:pt modelId="{C8C5E0B5-2FAE-4602-9584-9FA618599313}" type="pres">
      <dgm:prSet presAssocID="{789F93BB-D84E-46FF-B16B-378C5E7A3986}" presName="parTrans" presStyleLbl="sibTrans2D1" presStyleIdx="0" presStyleCnt="12"/>
      <dgm:spPr/>
    </dgm:pt>
    <dgm:pt modelId="{FC0FF507-D293-4284-8BE4-5B5F63DBD3FC}" type="pres">
      <dgm:prSet presAssocID="{19419DAA-C838-4744-97BD-D191F2894836}" presName="child" presStyleLbl="alignAccFollowNode1" presStyleIdx="0" presStyleCnt="12" custScaleY="248389">
        <dgm:presLayoutVars>
          <dgm:chMax val="0"/>
          <dgm:bulletEnabled val="1"/>
        </dgm:presLayoutVars>
      </dgm:prSet>
      <dgm:spPr/>
    </dgm:pt>
    <dgm:pt modelId="{7EDA7D11-3034-4232-8442-671AC900DD31}" type="pres">
      <dgm:prSet presAssocID="{50277781-F657-4AFA-9A05-A0AFA9A36F83}" presName="sibTrans" presStyleLbl="sibTrans2D1" presStyleIdx="1" presStyleCnt="12"/>
      <dgm:spPr/>
    </dgm:pt>
    <dgm:pt modelId="{F372CBE2-3574-4465-B8CB-3B37B494CC5F}" type="pres">
      <dgm:prSet presAssocID="{1961282D-A793-4D4C-AE1A-F70D20EA0281}" presName="child" presStyleLbl="alignAccFollowNode1" presStyleIdx="1" presStyleCnt="12" custLinFactNeighborX="-1135" custLinFactNeighborY="18386">
        <dgm:presLayoutVars>
          <dgm:chMax val="0"/>
          <dgm:bulletEnabled val="1"/>
        </dgm:presLayoutVars>
      </dgm:prSet>
      <dgm:spPr/>
    </dgm:pt>
    <dgm:pt modelId="{9F338A9F-7D98-4BFD-AF91-B89D8714EA70}" type="pres">
      <dgm:prSet presAssocID="{C78287A9-27C2-4498-82D7-0BCB556FA1F5}" presName="sibTrans" presStyleLbl="sibTrans2D1" presStyleIdx="2" presStyleCnt="12"/>
      <dgm:spPr/>
    </dgm:pt>
    <dgm:pt modelId="{A983BD8E-CDD2-43C2-9B23-805763F40942}" type="pres">
      <dgm:prSet presAssocID="{E7168B93-D8B4-47F5-938F-1578727F219B}" presName="child" presStyleLbl="alignAccFollowNode1" presStyleIdx="2" presStyleCnt="12" custScaleY="371174">
        <dgm:presLayoutVars>
          <dgm:chMax val="0"/>
          <dgm:bulletEnabled val="1"/>
        </dgm:presLayoutVars>
      </dgm:prSet>
      <dgm:spPr/>
    </dgm:pt>
    <dgm:pt modelId="{B7960312-612C-43E3-B6D6-DEC6E1C322D4}" type="pres">
      <dgm:prSet presAssocID="{076E67B5-80D5-47EF-88E4-68F189C98358}" presName="hSp" presStyleCnt="0"/>
      <dgm:spPr/>
    </dgm:pt>
    <dgm:pt modelId="{AB347ACF-8E5A-4544-B5F7-7D57EDC300F9}" type="pres">
      <dgm:prSet presAssocID="{ED0EBDF9-C154-4E4D-B2D2-1154D5BE3BC7}" presName="vertFlow" presStyleCnt="0"/>
      <dgm:spPr/>
    </dgm:pt>
    <dgm:pt modelId="{C9BC1CB0-3981-43F8-9E24-8A67D7775EF0}" type="pres">
      <dgm:prSet presAssocID="{ED0EBDF9-C154-4E4D-B2D2-1154D5BE3BC7}" presName="header" presStyleLbl="node1" presStyleIdx="1" presStyleCnt="4" custLinFactNeighborX="1" custLinFactNeighborY="5129"/>
      <dgm:spPr/>
    </dgm:pt>
    <dgm:pt modelId="{5A3CF1E5-4C58-4623-8B62-F87295F75C0C}" type="pres">
      <dgm:prSet presAssocID="{7AE7D7FE-1AC5-43E5-8B49-DF9A4FF8FD93}" presName="parTrans" presStyleLbl="sibTrans2D1" presStyleIdx="3" presStyleCnt="12"/>
      <dgm:spPr/>
    </dgm:pt>
    <dgm:pt modelId="{2E312B66-FAAB-4329-A463-23B442F0E307}" type="pres">
      <dgm:prSet presAssocID="{9EFC48D7-A916-4940-A53D-936BD281C085}" presName="child" presStyleLbl="alignAccFollowNode1" presStyleIdx="3" presStyleCnt="12" custScaleY="269581">
        <dgm:presLayoutVars>
          <dgm:chMax val="0"/>
          <dgm:bulletEnabled val="1"/>
        </dgm:presLayoutVars>
      </dgm:prSet>
      <dgm:spPr/>
    </dgm:pt>
    <dgm:pt modelId="{7B5FFBC3-8DA4-4825-BA5B-75D50E6253B7}" type="pres">
      <dgm:prSet presAssocID="{E14533D9-9F38-470F-AA36-D92F37392AC9}" presName="sibTrans" presStyleLbl="sibTrans2D1" presStyleIdx="4" presStyleCnt="12"/>
      <dgm:spPr/>
    </dgm:pt>
    <dgm:pt modelId="{4A20C27E-C12F-42FB-B3B1-BE22989BC78C}" type="pres">
      <dgm:prSet presAssocID="{C8576230-050D-4983-B725-7055B7B05B78}" presName="child" presStyleLbl="alignAccFollowNode1" presStyleIdx="4" presStyleCnt="12" custScaleY="170148">
        <dgm:presLayoutVars>
          <dgm:chMax val="0"/>
          <dgm:bulletEnabled val="1"/>
        </dgm:presLayoutVars>
      </dgm:prSet>
      <dgm:spPr/>
    </dgm:pt>
    <dgm:pt modelId="{7089C2D1-370C-40D7-B029-E2AE51438C3F}" type="pres">
      <dgm:prSet presAssocID="{16B9EA38-4EAE-45CF-9EE5-CD3980FBCD1C}" presName="sibTrans" presStyleLbl="sibTrans2D1" presStyleIdx="5" presStyleCnt="12"/>
      <dgm:spPr/>
    </dgm:pt>
    <dgm:pt modelId="{32A886C1-BA41-4DF9-9CD0-3BFD02EF7D63}" type="pres">
      <dgm:prSet presAssocID="{67DF2BB6-9E67-47D3-8B63-D71C9CAAEA5F}" presName="child" presStyleLbl="alignAccFollowNode1" presStyleIdx="5" presStyleCnt="12">
        <dgm:presLayoutVars>
          <dgm:chMax val="0"/>
          <dgm:bulletEnabled val="1"/>
        </dgm:presLayoutVars>
      </dgm:prSet>
      <dgm:spPr/>
    </dgm:pt>
    <dgm:pt modelId="{E674A044-4B6E-4119-B3B3-DEEF91FB1F26}" type="pres">
      <dgm:prSet presAssocID="{ED0EBDF9-C154-4E4D-B2D2-1154D5BE3BC7}" presName="hSp" presStyleCnt="0"/>
      <dgm:spPr/>
    </dgm:pt>
    <dgm:pt modelId="{94766870-7EB7-4D55-989E-764F1176E7F6}" type="pres">
      <dgm:prSet presAssocID="{19BF45AE-6FC4-43CF-9903-80987E879FDD}" presName="vertFlow" presStyleCnt="0"/>
      <dgm:spPr/>
    </dgm:pt>
    <dgm:pt modelId="{6EADCEBD-F91D-423A-BABC-DA2B6290D570}" type="pres">
      <dgm:prSet presAssocID="{19BF45AE-6FC4-43CF-9903-80987E879FDD}" presName="header" presStyleLbl="node1" presStyleIdx="2" presStyleCnt="4" custLinFactNeighborX="706" custLinFactNeighborY="39394"/>
      <dgm:spPr/>
    </dgm:pt>
    <dgm:pt modelId="{69500446-EE39-4304-8054-D0640A98E4AD}" type="pres">
      <dgm:prSet presAssocID="{11D3F009-39A1-47DC-9594-1E15E6C2F1E9}" presName="parTrans" presStyleLbl="sibTrans2D1" presStyleIdx="6" presStyleCnt="12"/>
      <dgm:spPr/>
    </dgm:pt>
    <dgm:pt modelId="{02244191-3671-461E-8114-07618F53D55D}" type="pres">
      <dgm:prSet presAssocID="{A95BE2A2-4A2A-4627-B314-9FEFDE73628A}" presName="child" presStyleLbl="alignAccFollowNode1" presStyleIdx="6" presStyleCnt="12" custScaleY="150020" custLinFactNeighborX="706" custLinFactNeighborY="39394">
        <dgm:presLayoutVars>
          <dgm:chMax val="0"/>
          <dgm:bulletEnabled val="1"/>
        </dgm:presLayoutVars>
      </dgm:prSet>
      <dgm:spPr/>
    </dgm:pt>
    <dgm:pt modelId="{DF182822-A87C-477A-A394-AB83F0D6A545}" type="pres">
      <dgm:prSet presAssocID="{10F6C6F1-40FF-408E-BBC0-A583B4650056}" presName="sibTrans" presStyleLbl="sibTrans2D1" presStyleIdx="7" presStyleCnt="12"/>
      <dgm:spPr/>
    </dgm:pt>
    <dgm:pt modelId="{925FE7E0-5D67-43C9-A6C1-243FA64E9B4E}" type="pres">
      <dgm:prSet presAssocID="{E224BB9C-F142-495F-9BAB-F129DE5484AB}" presName="child" presStyleLbl="alignAccFollowNode1" presStyleIdx="7" presStyleCnt="12" custScaleY="259285" custLinFactNeighborX="706" custLinFactNeighborY="35480">
        <dgm:presLayoutVars>
          <dgm:chMax val="0"/>
          <dgm:bulletEnabled val="1"/>
        </dgm:presLayoutVars>
      </dgm:prSet>
      <dgm:spPr/>
    </dgm:pt>
    <dgm:pt modelId="{C89AA386-068C-42A3-842E-8F792FB8A3B3}" type="pres">
      <dgm:prSet presAssocID="{44ACD7FF-636A-4B67-BFEF-142F329B0E93}" presName="sibTrans" presStyleLbl="sibTrans2D1" presStyleIdx="8" presStyleCnt="12"/>
      <dgm:spPr/>
    </dgm:pt>
    <dgm:pt modelId="{65F34CF7-D484-4223-BA00-88BE69E9438B}" type="pres">
      <dgm:prSet presAssocID="{5CF8E9FF-25D9-49B6-B292-46D58207E38E}" presName="child" presStyleLbl="alignAccFollowNode1" presStyleIdx="8" presStyleCnt="12" custScaleY="150328" custLinFactNeighborX="706" custLinFactNeighborY="35480">
        <dgm:presLayoutVars>
          <dgm:chMax val="0"/>
          <dgm:bulletEnabled val="1"/>
        </dgm:presLayoutVars>
      </dgm:prSet>
      <dgm:spPr/>
    </dgm:pt>
    <dgm:pt modelId="{A31D06E8-4293-4623-BFC4-2D8FDB877569}" type="pres">
      <dgm:prSet presAssocID="{9A98AABE-AE7C-4279-9594-6997F3D4ADD2}" presName="sibTrans" presStyleLbl="sibTrans2D1" presStyleIdx="9" presStyleCnt="12"/>
      <dgm:spPr/>
    </dgm:pt>
    <dgm:pt modelId="{44CE66B6-331F-42E6-A75E-314CB1A1066B}" type="pres">
      <dgm:prSet presAssocID="{619A2982-063C-48FD-9C3B-1EFC7D2B265F}" presName="child" presStyleLbl="alignAccFollowNode1" presStyleIdx="9" presStyleCnt="12" custScaleY="114335" custLinFactNeighborX="706" custLinFactNeighborY="35480">
        <dgm:presLayoutVars>
          <dgm:chMax val="0"/>
          <dgm:bulletEnabled val="1"/>
        </dgm:presLayoutVars>
      </dgm:prSet>
      <dgm:spPr/>
    </dgm:pt>
    <dgm:pt modelId="{C7E5D442-2CB1-4DA8-9F99-0849635D0688}" type="pres">
      <dgm:prSet presAssocID="{19BF45AE-6FC4-43CF-9903-80987E879FDD}" presName="hSp" presStyleCnt="0"/>
      <dgm:spPr/>
    </dgm:pt>
    <dgm:pt modelId="{F0A54A92-8B1C-443A-9FB1-A1F1CD921372}" type="pres">
      <dgm:prSet presAssocID="{5531E517-BA64-4179-8315-A82D39E285CF}" presName="vertFlow" presStyleCnt="0"/>
      <dgm:spPr/>
    </dgm:pt>
    <dgm:pt modelId="{693D8F64-B87C-4263-8EA3-CC9709E3B9C0}" type="pres">
      <dgm:prSet presAssocID="{5531E517-BA64-4179-8315-A82D39E285CF}" presName="header" presStyleLbl="node1" presStyleIdx="3" presStyleCnt="4" custLinFactNeighborX="-1135" custLinFactNeighborY="15136"/>
      <dgm:spPr/>
    </dgm:pt>
    <dgm:pt modelId="{981DBF91-3E60-4CFA-8089-52A3A42081B0}" type="pres">
      <dgm:prSet presAssocID="{4B3D62AC-C047-416E-B114-A4BAAFA4EECC}" presName="parTrans" presStyleLbl="sibTrans2D1" presStyleIdx="10" presStyleCnt="12"/>
      <dgm:spPr/>
    </dgm:pt>
    <dgm:pt modelId="{B3B45FE3-121F-41B0-819E-D66F84FA81A3}" type="pres">
      <dgm:prSet presAssocID="{E17012A1-0C26-4A50-B7DE-A7F0D7103459}" presName="child" presStyleLbl="alignAccFollowNode1" presStyleIdx="10" presStyleCnt="12">
        <dgm:presLayoutVars>
          <dgm:chMax val="0"/>
          <dgm:bulletEnabled val="1"/>
        </dgm:presLayoutVars>
      </dgm:prSet>
      <dgm:spPr/>
    </dgm:pt>
    <dgm:pt modelId="{3096F259-CF01-41C3-B67D-871CED37ACA1}" type="pres">
      <dgm:prSet presAssocID="{1FEEC10B-B03E-4586-BD83-9CDE3109BE5A}" presName="sibTrans" presStyleLbl="sibTrans2D1" presStyleIdx="11" presStyleCnt="12"/>
      <dgm:spPr/>
    </dgm:pt>
    <dgm:pt modelId="{A9CA7B6E-7F54-4BEE-B902-86855AE33C3C}" type="pres">
      <dgm:prSet presAssocID="{B74C747C-B9C8-46ED-970A-F033F6D926A3}" presName="child" presStyleLbl="alignAccFollowNode1" presStyleIdx="11" presStyleCnt="12" custLinFactNeighborX="0" custLinFactNeighborY="57075">
        <dgm:presLayoutVars>
          <dgm:chMax val="0"/>
          <dgm:bulletEnabled val="1"/>
        </dgm:presLayoutVars>
      </dgm:prSet>
      <dgm:spPr/>
    </dgm:pt>
  </dgm:ptLst>
  <dgm:cxnLst>
    <dgm:cxn modelId="{509B5201-7F6E-46A0-A392-43B9C726FF0D}" type="presOf" srcId="{67DF2BB6-9E67-47D3-8B63-D71C9CAAEA5F}" destId="{32A886C1-BA41-4DF9-9CD0-3BFD02EF7D63}" srcOrd="0" destOrd="0" presId="urn:microsoft.com/office/officeart/2005/8/layout/lProcess1"/>
    <dgm:cxn modelId="{3104A302-D42B-4C83-8766-309A69A5DAD7}" type="presOf" srcId="{E224BB9C-F142-495F-9BAB-F129DE5484AB}" destId="{925FE7E0-5D67-43C9-A6C1-243FA64E9B4E}" srcOrd="0" destOrd="0" presId="urn:microsoft.com/office/officeart/2005/8/layout/lProcess1"/>
    <dgm:cxn modelId="{3BF46A0A-DEFC-4056-BC4E-3CBEBC358744}" type="presOf" srcId="{11D3F009-39A1-47DC-9594-1E15E6C2F1E9}" destId="{69500446-EE39-4304-8054-D0640A98E4AD}" srcOrd="0" destOrd="0" presId="urn:microsoft.com/office/officeart/2005/8/layout/lProcess1"/>
    <dgm:cxn modelId="{26572A0E-B750-457B-9AD0-FFA0F202171B}" srcId="{ED0EBDF9-C154-4E4D-B2D2-1154D5BE3BC7}" destId="{C8576230-050D-4983-B725-7055B7B05B78}" srcOrd="1" destOrd="0" parTransId="{863203F6-2A06-446A-9B30-BE1214CA4973}" sibTransId="{16B9EA38-4EAE-45CF-9EE5-CD3980FBCD1C}"/>
    <dgm:cxn modelId="{BF483112-9F6F-4892-B092-A27C3D98CE30}" srcId="{ED0EBDF9-C154-4E4D-B2D2-1154D5BE3BC7}" destId="{67DF2BB6-9E67-47D3-8B63-D71C9CAAEA5F}" srcOrd="2" destOrd="0" parTransId="{FDCAD913-AF27-45D4-97F6-66E5D8D113DB}" sibTransId="{3DDED463-FB63-4505-B876-26FF1A2ED2C7}"/>
    <dgm:cxn modelId="{1CD1D812-5F4E-4D26-A13F-D828440BEEF0}" type="presOf" srcId="{7AE7D7FE-1AC5-43E5-8B49-DF9A4FF8FD93}" destId="{5A3CF1E5-4C58-4623-8B62-F87295F75C0C}" srcOrd="0" destOrd="0" presId="urn:microsoft.com/office/officeart/2005/8/layout/lProcess1"/>
    <dgm:cxn modelId="{164E1C18-CAD3-4478-A59B-3F546C3778D3}" type="presOf" srcId="{1961282D-A793-4D4C-AE1A-F70D20EA0281}" destId="{F372CBE2-3574-4465-B8CB-3B37B494CC5F}" srcOrd="0" destOrd="0" presId="urn:microsoft.com/office/officeart/2005/8/layout/lProcess1"/>
    <dgm:cxn modelId="{039C061B-FEBD-4CB6-A312-7B3D040F6C0E}" srcId="{19BF45AE-6FC4-43CF-9903-80987E879FDD}" destId="{A95BE2A2-4A2A-4627-B314-9FEFDE73628A}" srcOrd="0" destOrd="0" parTransId="{11D3F009-39A1-47DC-9594-1E15E6C2F1E9}" sibTransId="{10F6C6F1-40FF-408E-BBC0-A583B4650056}"/>
    <dgm:cxn modelId="{048DC21E-2924-4807-A81B-AA8D08AA9A07}" type="presOf" srcId="{ED0EBDF9-C154-4E4D-B2D2-1154D5BE3BC7}" destId="{C9BC1CB0-3981-43F8-9E24-8A67D7775EF0}" srcOrd="0" destOrd="0" presId="urn:microsoft.com/office/officeart/2005/8/layout/lProcess1"/>
    <dgm:cxn modelId="{244EA429-DA7C-4379-822A-26C75C3AB3E3}" type="presOf" srcId="{9EFC48D7-A916-4940-A53D-936BD281C085}" destId="{2E312B66-FAAB-4329-A463-23B442F0E307}" srcOrd="0" destOrd="0" presId="urn:microsoft.com/office/officeart/2005/8/layout/lProcess1"/>
    <dgm:cxn modelId="{CC225B3E-B03B-47D9-AD4F-03CC939AB6A8}" srcId="{076E67B5-80D5-47EF-88E4-68F189C98358}" destId="{1961282D-A793-4D4C-AE1A-F70D20EA0281}" srcOrd="1" destOrd="0" parTransId="{82F42370-B54E-4D0C-A764-65F922799F02}" sibTransId="{C78287A9-27C2-4498-82D7-0BCB556FA1F5}"/>
    <dgm:cxn modelId="{52D1245E-A842-4944-BA82-706122B326C5}" type="presOf" srcId="{5531E517-BA64-4179-8315-A82D39E285CF}" destId="{693D8F64-B87C-4263-8EA3-CC9709E3B9C0}" srcOrd="0" destOrd="0" presId="urn:microsoft.com/office/officeart/2005/8/layout/lProcess1"/>
    <dgm:cxn modelId="{55D7D25F-68D8-470A-A334-3EB8C6BBC72B}" type="presOf" srcId="{4B3D62AC-C047-416E-B114-A4BAAFA4EECC}" destId="{981DBF91-3E60-4CFA-8089-52A3A42081B0}" srcOrd="0" destOrd="0" presId="urn:microsoft.com/office/officeart/2005/8/layout/lProcess1"/>
    <dgm:cxn modelId="{B392B241-C36F-4F4A-8BBE-2C28BF206472}" type="presOf" srcId="{789F93BB-D84E-46FF-B16B-378C5E7A3986}" destId="{C8C5E0B5-2FAE-4602-9584-9FA618599313}" srcOrd="0" destOrd="0" presId="urn:microsoft.com/office/officeart/2005/8/layout/lProcess1"/>
    <dgm:cxn modelId="{00B6D762-EBD9-46ED-B7CC-B96F1B5259C4}" srcId="{C5CD64B9-7262-4FFE-AF19-ABDC1DCF7C0E}" destId="{5531E517-BA64-4179-8315-A82D39E285CF}" srcOrd="3" destOrd="0" parTransId="{8D7E604D-D712-41E6-8D86-12C4212C5C80}" sibTransId="{C00BD461-DD98-4B16-95CF-5A4D950C9873}"/>
    <dgm:cxn modelId="{3572C646-B247-484D-A687-A03751C788CF}" type="presOf" srcId="{076E67B5-80D5-47EF-88E4-68F189C98358}" destId="{0DAAE330-4086-42DB-9D70-E3D011571FD0}" srcOrd="0" destOrd="0" presId="urn:microsoft.com/office/officeart/2005/8/layout/lProcess1"/>
    <dgm:cxn modelId="{95B78E47-2207-4C12-8659-2DB8C76C5337}" type="presOf" srcId="{B74C747C-B9C8-46ED-970A-F033F6D926A3}" destId="{A9CA7B6E-7F54-4BEE-B902-86855AE33C3C}" srcOrd="0" destOrd="0" presId="urn:microsoft.com/office/officeart/2005/8/layout/lProcess1"/>
    <dgm:cxn modelId="{473DD06E-D4F2-4F89-A11F-330E5F3E6676}" srcId="{19BF45AE-6FC4-43CF-9903-80987E879FDD}" destId="{5CF8E9FF-25D9-49B6-B292-46D58207E38E}" srcOrd="2" destOrd="0" parTransId="{5F650D99-D899-4649-B4D8-DDD6E6172ED8}" sibTransId="{9A98AABE-AE7C-4279-9594-6997F3D4ADD2}"/>
    <dgm:cxn modelId="{72090370-B69F-4B0A-A7DE-8629ACEFF4CC}" type="presOf" srcId="{44ACD7FF-636A-4B67-BFEF-142F329B0E93}" destId="{C89AA386-068C-42A3-842E-8F792FB8A3B3}" srcOrd="0" destOrd="0" presId="urn:microsoft.com/office/officeart/2005/8/layout/lProcess1"/>
    <dgm:cxn modelId="{CE15A653-4996-4E65-AB3A-DD8CE2082A09}" type="presOf" srcId="{A95BE2A2-4A2A-4627-B314-9FEFDE73628A}" destId="{02244191-3671-461E-8114-07618F53D55D}" srcOrd="0" destOrd="0" presId="urn:microsoft.com/office/officeart/2005/8/layout/lProcess1"/>
    <dgm:cxn modelId="{59855275-D820-4EA2-B046-478C957A4895}" srcId="{C5CD64B9-7262-4FFE-AF19-ABDC1DCF7C0E}" destId="{ED0EBDF9-C154-4E4D-B2D2-1154D5BE3BC7}" srcOrd="1" destOrd="0" parTransId="{9B457674-6D61-4129-B6DE-735E41F3123F}" sibTransId="{4B5DD8AC-9045-4648-BE14-1EEE8171E9DE}"/>
    <dgm:cxn modelId="{58FDB879-898C-40DE-A2C4-260DAC1DAA64}" type="presOf" srcId="{10F6C6F1-40FF-408E-BBC0-A583B4650056}" destId="{DF182822-A87C-477A-A394-AB83F0D6A545}" srcOrd="0" destOrd="0" presId="urn:microsoft.com/office/officeart/2005/8/layout/lProcess1"/>
    <dgm:cxn modelId="{CECA055A-5F52-42E2-88F0-2EAFD77CA1DD}" type="presOf" srcId="{16B9EA38-4EAE-45CF-9EE5-CD3980FBCD1C}" destId="{7089C2D1-370C-40D7-B029-E2AE51438C3F}" srcOrd="0" destOrd="0" presId="urn:microsoft.com/office/officeart/2005/8/layout/lProcess1"/>
    <dgm:cxn modelId="{2E0A0F85-2227-4586-8C24-22F2C0703A07}" type="presOf" srcId="{C5CD64B9-7262-4FFE-AF19-ABDC1DCF7C0E}" destId="{620867BC-34C7-411B-982A-9A859BA1094E}" srcOrd="0" destOrd="0" presId="urn:microsoft.com/office/officeart/2005/8/layout/lProcess1"/>
    <dgm:cxn modelId="{A8A1E48C-97EF-4383-A62F-C487A660C867}" type="presOf" srcId="{19419DAA-C838-4744-97BD-D191F2894836}" destId="{FC0FF507-D293-4284-8BE4-5B5F63DBD3FC}" srcOrd="0" destOrd="0" presId="urn:microsoft.com/office/officeart/2005/8/layout/lProcess1"/>
    <dgm:cxn modelId="{F1F8FB90-603F-4458-A11B-47729F060E57}" type="presOf" srcId="{9A98AABE-AE7C-4279-9594-6997F3D4ADD2}" destId="{A31D06E8-4293-4623-BFC4-2D8FDB877569}" srcOrd="0" destOrd="0" presId="urn:microsoft.com/office/officeart/2005/8/layout/lProcess1"/>
    <dgm:cxn modelId="{811D709E-327F-46DA-B7CE-0A1E88033F66}" srcId="{ED0EBDF9-C154-4E4D-B2D2-1154D5BE3BC7}" destId="{9EFC48D7-A916-4940-A53D-936BD281C085}" srcOrd="0" destOrd="0" parTransId="{7AE7D7FE-1AC5-43E5-8B49-DF9A4FF8FD93}" sibTransId="{E14533D9-9F38-470F-AA36-D92F37392AC9}"/>
    <dgm:cxn modelId="{409C0E9F-F34C-4869-95E4-34F8CA5BBF23}" srcId="{C5CD64B9-7262-4FFE-AF19-ABDC1DCF7C0E}" destId="{19BF45AE-6FC4-43CF-9903-80987E879FDD}" srcOrd="2" destOrd="0" parTransId="{65621F3B-7C40-4B81-BC99-FA561717EEC6}" sibTransId="{48E9A733-889A-436B-822F-86F9A4E10A9E}"/>
    <dgm:cxn modelId="{4B959EAA-BC43-4981-8043-BE15A0E0A3A2}" type="presOf" srcId="{5CF8E9FF-25D9-49B6-B292-46D58207E38E}" destId="{65F34CF7-D484-4223-BA00-88BE69E9438B}" srcOrd="0" destOrd="0" presId="urn:microsoft.com/office/officeart/2005/8/layout/lProcess1"/>
    <dgm:cxn modelId="{92D640AD-305E-4F3B-A70B-BBF224AD9EEC}" srcId="{5531E517-BA64-4179-8315-A82D39E285CF}" destId="{E17012A1-0C26-4A50-B7DE-A7F0D7103459}" srcOrd="0" destOrd="0" parTransId="{4B3D62AC-C047-416E-B114-A4BAAFA4EECC}" sibTransId="{1FEEC10B-B03E-4586-BD83-9CDE3109BE5A}"/>
    <dgm:cxn modelId="{BF78B2AE-F5A5-426E-8DEF-FDC05D53BA27}" type="presOf" srcId="{C78287A9-27C2-4498-82D7-0BCB556FA1F5}" destId="{9F338A9F-7D98-4BFD-AF91-B89D8714EA70}" srcOrd="0" destOrd="0" presId="urn:microsoft.com/office/officeart/2005/8/layout/lProcess1"/>
    <dgm:cxn modelId="{6834FCB6-FA98-4677-884D-28780E9AC91D}" srcId="{19BF45AE-6FC4-43CF-9903-80987E879FDD}" destId="{619A2982-063C-48FD-9C3B-1EFC7D2B265F}" srcOrd="3" destOrd="0" parTransId="{DE745090-25E9-456B-B8AB-F2F4AAE11B26}" sibTransId="{135A00AC-008C-4414-B37F-609420A86700}"/>
    <dgm:cxn modelId="{EA6E53B7-D3E1-4433-A50E-252C33ADFE58}" srcId="{076E67B5-80D5-47EF-88E4-68F189C98358}" destId="{E7168B93-D8B4-47F5-938F-1578727F219B}" srcOrd="2" destOrd="0" parTransId="{40A89800-7782-41F8-80A8-308F2C70B8DA}" sibTransId="{35B2C8D1-71B8-43C5-85C4-E6875B8FC444}"/>
    <dgm:cxn modelId="{30378EBC-D3B1-4093-A12A-9EE558B83DB2}" type="presOf" srcId="{619A2982-063C-48FD-9C3B-1EFC7D2B265F}" destId="{44CE66B6-331F-42E6-A75E-314CB1A1066B}" srcOrd="0" destOrd="0" presId="urn:microsoft.com/office/officeart/2005/8/layout/lProcess1"/>
    <dgm:cxn modelId="{13A598C0-EEC9-45EA-A806-79668A3BA85B}" type="presOf" srcId="{1FEEC10B-B03E-4586-BD83-9CDE3109BE5A}" destId="{3096F259-CF01-41C3-B67D-871CED37ACA1}" srcOrd="0" destOrd="0" presId="urn:microsoft.com/office/officeart/2005/8/layout/lProcess1"/>
    <dgm:cxn modelId="{E65BADC6-5F99-474E-844E-E457DBAFAFC6}" type="presOf" srcId="{C8576230-050D-4983-B725-7055B7B05B78}" destId="{4A20C27E-C12F-42FB-B3B1-BE22989BC78C}" srcOrd="0" destOrd="0" presId="urn:microsoft.com/office/officeart/2005/8/layout/lProcess1"/>
    <dgm:cxn modelId="{98FD67C7-EEC4-47FB-BE1C-2FB88D1C9B28}" type="presOf" srcId="{19BF45AE-6FC4-43CF-9903-80987E879FDD}" destId="{6EADCEBD-F91D-423A-BABC-DA2B6290D570}" srcOrd="0" destOrd="0" presId="urn:microsoft.com/office/officeart/2005/8/layout/lProcess1"/>
    <dgm:cxn modelId="{1C6E97C9-3B68-41FD-BBA1-9B88D00AFA3A}" srcId="{C5CD64B9-7262-4FFE-AF19-ABDC1DCF7C0E}" destId="{076E67B5-80D5-47EF-88E4-68F189C98358}" srcOrd="0" destOrd="0" parTransId="{78AEACBB-1256-45E4-8F7E-E8CC59CC26CD}" sibTransId="{FB640CC2-595F-44E9-9071-F6E0C9A4600A}"/>
    <dgm:cxn modelId="{B9F21FCD-4D2C-42B2-B822-DC33109B139C}" srcId="{19BF45AE-6FC4-43CF-9903-80987E879FDD}" destId="{E224BB9C-F142-495F-9BAB-F129DE5484AB}" srcOrd="1" destOrd="0" parTransId="{6DDE0769-525A-479A-A7B4-59E64F9B877B}" sibTransId="{44ACD7FF-636A-4B67-BFEF-142F329B0E93}"/>
    <dgm:cxn modelId="{EC4F3AD6-BB0A-4068-B1DC-F2F0EE5DA3EC}" type="presOf" srcId="{E7168B93-D8B4-47F5-938F-1578727F219B}" destId="{A983BD8E-CDD2-43C2-9B23-805763F40942}" srcOrd="0" destOrd="0" presId="urn:microsoft.com/office/officeart/2005/8/layout/lProcess1"/>
    <dgm:cxn modelId="{D8D3C2D6-1137-4366-B66C-FC3CDAAF9664}" type="presOf" srcId="{E17012A1-0C26-4A50-B7DE-A7F0D7103459}" destId="{B3B45FE3-121F-41B0-819E-D66F84FA81A3}" srcOrd="0" destOrd="0" presId="urn:microsoft.com/office/officeart/2005/8/layout/lProcess1"/>
    <dgm:cxn modelId="{F82E88DB-6D69-438B-8193-EEAE60A1D1F3}" type="presOf" srcId="{E14533D9-9F38-470F-AA36-D92F37392AC9}" destId="{7B5FFBC3-8DA4-4825-BA5B-75D50E6253B7}" srcOrd="0" destOrd="0" presId="urn:microsoft.com/office/officeart/2005/8/layout/lProcess1"/>
    <dgm:cxn modelId="{F74BF9EA-91F1-4BFC-81DB-7E9FFC1FC51D}" srcId="{5531E517-BA64-4179-8315-A82D39E285CF}" destId="{B74C747C-B9C8-46ED-970A-F033F6D926A3}" srcOrd="1" destOrd="0" parTransId="{19AE1888-FA72-489D-A68A-88E28F58BD10}" sibTransId="{58018EF0-9AF8-4325-9FE0-EB095800B366}"/>
    <dgm:cxn modelId="{21E5BFEC-123C-4B9A-B1F9-054C2A80B950}" type="presOf" srcId="{50277781-F657-4AFA-9A05-A0AFA9A36F83}" destId="{7EDA7D11-3034-4232-8442-671AC900DD31}" srcOrd="0" destOrd="0" presId="urn:microsoft.com/office/officeart/2005/8/layout/lProcess1"/>
    <dgm:cxn modelId="{5F4653F8-5B5A-4543-A347-6903CE25A602}" srcId="{076E67B5-80D5-47EF-88E4-68F189C98358}" destId="{19419DAA-C838-4744-97BD-D191F2894836}" srcOrd="0" destOrd="0" parTransId="{789F93BB-D84E-46FF-B16B-378C5E7A3986}" sibTransId="{50277781-F657-4AFA-9A05-A0AFA9A36F83}"/>
    <dgm:cxn modelId="{4881C695-7007-45BB-8DA0-9C070321EDCA}" type="presParOf" srcId="{620867BC-34C7-411B-982A-9A859BA1094E}" destId="{0475F7C8-36A9-4A88-9DAF-E307D33D10A2}" srcOrd="0" destOrd="0" presId="urn:microsoft.com/office/officeart/2005/8/layout/lProcess1"/>
    <dgm:cxn modelId="{CCC72467-BAB9-41C1-B5CC-E64825CF163D}" type="presParOf" srcId="{0475F7C8-36A9-4A88-9DAF-E307D33D10A2}" destId="{0DAAE330-4086-42DB-9D70-E3D011571FD0}" srcOrd="0" destOrd="0" presId="urn:microsoft.com/office/officeart/2005/8/layout/lProcess1"/>
    <dgm:cxn modelId="{6FE9A835-288C-4A13-A2BA-B500225095E7}" type="presParOf" srcId="{0475F7C8-36A9-4A88-9DAF-E307D33D10A2}" destId="{C8C5E0B5-2FAE-4602-9584-9FA618599313}" srcOrd="1" destOrd="0" presId="urn:microsoft.com/office/officeart/2005/8/layout/lProcess1"/>
    <dgm:cxn modelId="{6B437267-AAC4-4705-9853-DED24B883633}" type="presParOf" srcId="{0475F7C8-36A9-4A88-9DAF-E307D33D10A2}" destId="{FC0FF507-D293-4284-8BE4-5B5F63DBD3FC}" srcOrd="2" destOrd="0" presId="urn:microsoft.com/office/officeart/2005/8/layout/lProcess1"/>
    <dgm:cxn modelId="{ADCD93F0-CAEA-47DC-AA90-576B877872E0}" type="presParOf" srcId="{0475F7C8-36A9-4A88-9DAF-E307D33D10A2}" destId="{7EDA7D11-3034-4232-8442-671AC900DD31}" srcOrd="3" destOrd="0" presId="urn:microsoft.com/office/officeart/2005/8/layout/lProcess1"/>
    <dgm:cxn modelId="{A8EC6A2C-42E2-4518-BB7F-BF9508443645}" type="presParOf" srcId="{0475F7C8-36A9-4A88-9DAF-E307D33D10A2}" destId="{F372CBE2-3574-4465-B8CB-3B37B494CC5F}" srcOrd="4" destOrd="0" presId="urn:microsoft.com/office/officeart/2005/8/layout/lProcess1"/>
    <dgm:cxn modelId="{761A2E42-FFFE-4DF6-A84C-704F1BA0E865}" type="presParOf" srcId="{0475F7C8-36A9-4A88-9DAF-E307D33D10A2}" destId="{9F338A9F-7D98-4BFD-AF91-B89D8714EA70}" srcOrd="5" destOrd="0" presId="urn:microsoft.com/office/officeart/2005/8/layout/lProcess1"/>
    <dgm:cxn modelId="{BC83B843-E95B-4870-9EBB-31F7339C5A9A}" type="presParOf" srcId="{0475F7C8-36A9-4A88-9DAF-E307D33D10A2}" destId="{A983BD8E-CDD2-43C2-9B23-805763F40942}" srcOrd="6" destOrd="0" presId="urn:microsoft.com/office/officeart/2005/8/layout/lProcess1"/>
    <dgm:cxn modelId="{799642F7-797E-4245-B29D-7C046B23AE2E}" type="presParOf" srcId="{620867BC-34C7-411B-982A-9A859BA1094E}" destId="{B7960312-612C-43E3-B6D6-DEC6E1C322D4}" srcOrd="1" destOrd="0" presId="urn:microsoft.com/office/officeart/2005/8/layout/lProcess1"/>
    <dgm:cxn modelId="{846CD762-61F8-49C7-A268-7ABA0980C9CC}" type="presParOf" srcId="{620867BC-34C7-411B-982A-9A859BA1094E}" destId="{AB347ACF-8E5A-4544-B5F7-7D57EDC300F9}" srcOrd="2" destOrd="0" presId="urn:microsoft.com/office/officeart/2005/8/layout/lProcess1"/>
    <dgm:cxn modelId="{CAC438D9-2457-4DE5-BF43-1F2866B3BED9}" type="presParOf" srcId="{AB347ACF-8E5A-4544-B5F7-7D57EDC300F9}" destId="{C9BC1CB0-3981-43F8-9E24-8A67D7775EF0}" srcOrd="0" destOrd="0" presId="urn:microsoft.com/office/officeart/2005/8/layout/lProcess1"/>
    <dgm:cxn modelId="{FF292EDE-87A3-4226-9500-115EFE04725D}" type="presParOf" srcId="{AB347ACF-8E5A-4544-B5F7-7D57EDC300F9}" destId="{5A3CF1E5-4C58-4623-8B62-F87295F75C0C}" srcOrd="1" destOrd="0" presId="urn:microsoft.com/office/officeart/2005/8/layout/lProcess1"/>
    <dgm:cxn modelId="{AC931DFD-6FF9-45B4-BFAF-DCA475534B1F}" type="presParOf" srcId="{AB347ACF-8E5A-4544-B5F7-7D57EDC300F9}" destId="{2E312B66-FAAB-4329-A463-23B442F0E307}" srcOrd="2" destOrd="0" presId="urn:microsoft.com/office/officeart/2005/8/layout/lProcess1"/>
    <dgm:cxn modelId="{A42CC17A-69E1-438E-8B7B-7A5F2873B981}" type="presParOf" srcId="{AB347ACF-8E5A-4544-B5F7-7D57EDC300F9}" destId="{7B5FFBC3-8DA4-4825-BA5B-75D50E6253B7}" srcOrd="3" destOrd="0" presId="urn:microsoft.com/office/officeart/2005/8/layout/lProcess1"/>
    <dgm:cxn modelId="{0AB3006E-95F5-4B91-8738-B9FB4AA9AAEB}" type="presParOf" srcId="{AB347ACF-8E5A-4544-B5F7-7D57EDC300F9}" destId="{4A20C27E-C12F-42FB-B3B1-BE22989BC78C}" srcOrd="4" destOrd="0" presId="urn:microsoft.com/office/officeart/2005/8/layout/lProcess1"/>
    <dgm:cxn modelId="{BC4B169D-8AC3-41C2-AEB6-9B076535D4A6}" type="presParOf" srcId="{AB347ACF-8E5A-4544-B5F7-7D57EDC300F9}" destId="{7089C2D1-370C-40D7-B029-E2AE51438C3F}" srcOrd="5" destOrd="0" presId="urn:microsoft.com/office/officeart/2005/8/layout/lProcess1"/>
    <dgm:cxn modelId="{81571F29-17B3-45EA-9175-69668AC906A6}" type="presParOf" srcId="{AB347ACF-8E5A-4544-B5F7-7D57EDC300F9}" destId="{32A886C1-BA41-4DF9-9CD0-3BFD02EF7D63}" srcOrd="6" destOrd="0" presId="urn:microsoft.com/office/officeart/2005/8/layout/lProcess1"/>
    <dgm:cxn modelId="{B2887588-C428-4FA5-8B00-B78A91570244}" type="presParOf" srcId="{620867BC-34C7-411B-982A-9A859BA1094E}" destId="{E674A044-4B6E-4119-B3B3-DEEF91FB1F26}" srcOrd="3" destOrd="0" presId="urn:microsoft.com/office/officeart/2005/8/layout/lProcess1"/>
    <dgm:cxn modelId="{8DCED9E7-4883-432C-B4F2-0E0125D2AD0C}" type="presParOf" srcId="{620867BC-34C7-411B-982A-9A859BA1094E}" destId="{94766870-7EB7-4D55-989E-764F1176E7F6}" srcOrd="4" destOrd="0" presId="urn:microsoft.com/office/officeart/2005/8/layout/lProcess1"/>
    <dgm:cxn modelId="{A48FDACA-0437-4906-BB2B-39B89BD7DA3B}" type="presParOf" srcId="{94766870-7EB7-4D55-989E-764F1176E7F6}" destId="{6EADCEBD-F91D-423A-BABC-DA2B6290D570}" srcOrd="0" destOrd="0" presId="urn:microsoft.com/office/officeart/2005/8/layout/lProcess1"/>
    <dgm:cxn modelId="{391BEA2D-D6FF-4E80-A17F-2AA92DD964A6}" type="presParOf" srcId="{94766870-7EB7-4D55-989E-764F1176E7F6}" destId="{69500446-EE39-4304-8054-D0640A98E4AD}" srcOrd="1" destOrd="0" presId="urn:microsoft.com/office/officeart/2005/8/layout/lProcess1"/>
    <dgm:cxn modelId="{43409EA7-E834-406F-979F-4572DF7FFF45}" type="presParOf" srcId="{94766870-7EB7-4D55-989E-764F1176E7F6}" destId="{02244191-3671-461E-8114-07618F53D55D}" srcOrd="2" destOrd="0" presId="urn:microsoft.com/office/officeart/2005/8/layout/lProcess1"/>
    <dgm:cxn modelId="{33BF5C66-4613-47FC-9A9C-3C206473882B}" type="presParOf" srcId="{94766870-7EB7-4D55-989E-764F1176E7F6}" destId="{DF182822-A87C-477A-A394-AB83F0D6A545}" srcOrd="3" destOrd="0" presId="urn:microsoft.com/office/officeart/2005/8/layout/lProcess1"/>
    <dgm:cxn modelId="{6940832A-51AC-4B1E-BEC9-36B460C7A8D7}" type="presParOf" srcId="{94766870-7EB7-4D55-989E-764F1176E7F6}" destId="{925FE7E0-5D67-43C9-A6C1-243FA64E9B4E}" srcOrd="4" destOrd="0" presId="urn:microsoft.com/office/officeart/2005/8/layout/lProcess1"/>
    <dgm:cxn modelId="{8F5530E6-575D-47B2-B2DE-1F4AA01EB813}" type="presParOf" srcId="{94766870-7EB7-4D55-989E-764F1176E7F6}" destId="{C89AA386-068C-42A3-842E-8F792FB8A3B3}" srcOrd="5" destOrd="0" presId="urn:microsoft.com/office/officeart/2005/8/layout/lProcess1"/>
    <dgm:cxn modelId="{035D4B32-E387-4F74-8939-91604B3385BB}" type="presParOf" srcId="{94766870-7EB7-4D55-989E-764F1176E7F6}" destId="{65F34CF7-D484-4223-BA00-88BE69E9438B}" srcOrd="6" destOrd="0" presId="urn:microsoft.com/office/officeart/2005/8/layout/lProcess1"/>
    <dgm:cxn modelId="{508124B6-E419-41CD-A0EC-CAB30D54B89F}" type="presParOf" srcId="{94766870-7EB7-4D55-989E-764F1176E7F6}" destId="{A31D06E8-4293-4623-BFC4-2D8FDB877569}" srcOrd="7" destOrd="0" presId="urn:microsoft.com/office/officeart/2005/8/layout/lProcess1"/>
    <dgm:cxn modelId="{4F82F159-0A19-4913-9A6A-816AC79AA94B}" type="presParOf" srcId="{94766870-7EB7-4D55-989E-764F1176E7F6}" destId="{44CE66B6-331F-42E6-A75E-314CB1A1066B}" srcOrd="8" destOrd="0" presId="urn:microsoft.com/office/officeart/2005/8/layout/lProcess1"/>
    <dgm:cxn modelId="{B2C5C07A-94DE-415F-ABCF-9BF08DA9D054}" type="presParOf" srcId="{620867BC-34C7-411B-982A-9A859BA1094E}" destId="{C7E5D442-2CB1-4DA8-9F99-0849635D0688}" srcOrd="5" destOrd="0" presId="urn:microsoft.com/office/officeart/2005/8/layout/lProcess1"/>
    <dgm:cxn modelId="{6AA96792-64FA-4C0A-830A-68A085DF936A}" type="presParOf" srcId="{620867BC-34C7-411B-982A-9A859BA1094E}" destId="{F0A54A92-8B1C-443A-9FB1-A1F1CD921372}" srcOrd="6" destOrd="0" presId="urn:microsoft.com/office/officeart/2005/8/layout/lProcess1"/>
    <dgm:cxn modelId="{C596D40E-7EDF-44B4-9AD3-C686E68E9176}" type="presParOf" srcId="{F0A54A92-8B1C-443A-9FB1-A1F1CD921372}" destId="{693D8F64-B87C-4263-8EA3-CC9709E3B9C0}" srcOrd="0" destOrd="0" presId="urn:microsoft.com/office/officeart/2005/8/layout/lProcess1"/>
    <dgm:cxn modelId="{1E7FADF2-14D4-42F8-A780-EE5AEEFB4149}" type="presParOf" srcId="{F0A54A92-8B1C-443A-9FB1-A1F1CD921372}" destId="{981DBF91-3E60-4CFA-8089-52A3A42081B0}" srcOrd="1" destOrd="0" presId="urn:microsoft.com/office/officeart/2005/8/layout/lProcess1"/>
    <dgm:cxn modelId="{F8A31D28-BB3E-45CC-9CDC-C3707EB28A21}" type="presParOf" srcId="{F0A54A92-8B1C-443A-9FB1-A1F1CD921372}" destId="{B3B45FE3-121F-41B0-819E-D66F84FA81A3}" srcOrd="2" destOrd="0" presId="urn:microsoft.com/office/officeart/2005/8/layout/lProcess1"/>
    <dgm:cxn modelId="{D2F0D26C-30CE-44E1-8192-5F0A140470FD}" type="presParOf" srcId="{F0A54A92-8B1C-443A-9FB1-A1F1CD921372}" destId="{3096F259-CF01-41C3-B67D-871CED37ACA1}" srcOrd="3" destOrd="0" presId="urn:microsoft.com/office/officeart/2005/8/layout/lProcess1"/>
    <dgm:cxn modelId="{796F59BA-8D0B-473C-9384-C074C7681C04}" type="presParOf" srcId="{F0A54A92-8B1C-443A-9FB1-A1F1CD921372}" destId="{A9CA7B6E-7F54-4BEE-B902-86855AE33C3C}" srcOrd="4" destOrd="0" presId="urn:microsoft.com/office/officeart/2005/8/layout/l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871048-E5C0-4C71-BCD8-F2FF9A2FBFA1}"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pPr rtl="1"/>
          <a:endParaRPr lang="he-IL"/>
        </a:p>
      </dgm:t>
    </dgm:pt>
    <dgm:pt modelId="{86B3B32F-EDDA-42C6-9F52-ECFD5990EEA8}">
      <dgm:prSet phldrT="[טקסט]" custT="1"/>
      <dgm:spPr>
        <a:scene3d>
          <a:camera prst="orthographicFront"/>
          <a:lightRig rig="threePt" dir="t"/>
        </a:scene3d>
        <a:sp3d>
          <a:bevelT w="114300" prst="artDeco"/>
        </a:sp3d>
      </dgm:spPr>
      <dgm:t>
        <a:bodyPr/>
        <a:lstStyle/>
        <a:p>
          <a:pPr rtl="1"/>
          <a:r>
            <a:rPr lang="ar-SA" sz="1800" b="1" dirty="0"/>
            <a:t>تعليم نظري:</a:t>
          </a:r>
        </a:p>
        <a:p>
          <a:pPr rtl="1"/>
          <a:r>
            <a:rPr lang="ar-SA" sz="1800" b="1" dirty="0"/>
            <a:t>جغرافيا نتعلم عن أسباب المصائب في الطبيعة</a:t>
          </a:r>
          <a:endParaRPr lang="he-IL" sz="2400" b="1" u="sng" dirty="0"/>
        </a:p>
      </dgm:t>
    </dgm:pt>
    <dgm:pt modelId="{29C88CE7-4B62-49FD-9334-9B57D5AE9A17}" type="parTrans" cxnId="{F9273586-7EF4-49D2-B59B-034F29D997B5}">
      <dgm:prSet/>
      <dgm:spPr/>
      <dgm:t>
        <a:bodyPr/>
        <a:lstStyle/>
        <a:p>
          <a:pPr rtl="1"/>
          <a:endParaRPr lang="he-IL"/>
        </a:p>
      </dgm:t>
    </dgm:pt>
    <dgm:pt modelId="{95E8EB92-9919-49AD-9EA8-667CF846334F}" type="sibTrans" cxnId="{F9273586-7EF4-49D2-B59B-034F29D997B5}">
      <dgm:prSet/>
      <dgm:spPr/>
      <dgm:t>
        <a:bodyPr/>
        <a:lstStyle/>
        <a:p>
          <a:pPr rtl="1"/>
          <a:endParaRPr lang="he-IL"/>
        </a:p>
      </dgm:t>
    </dgm:pt>
    <dgm:pt modelId="{B27F648A-58CE-4A4F-B1CB-6E7394CAE3BE}">
      <dgm:prSet phldrT="[טקסט]" custT="1"/>
      <dgm:spPr>
        <a:scene3d>
          <a:camera prst="orthographicFront"/>
          <a:lightRig rig="threePt" dir="t"/>
        </a:scene3d>
        <a:sp3d>
          <a:bevelT w="114300" prst="artDeco"/>
        </a:sp3d>
      </dgm:spPr>
      <dgm:t>
        <a:bodyPr/>
        <a:lstStyle/>
        <a:p>
          <a:pPr rtl="1"/>
          <a:r>
            <a:rPr lang="ar-SA" sz="1400" b="1" dirty="0"/>
            <a:t>تطبيق عملي </a:t>
          </a:r>
          <a:r>
            <a:rPr lang="he-IL" sz="1400" b="1" dirty="0"/>
            <a:t>:  </a:t>
          </a:r>
        </a:p>
        <a:p>
          <a:pPr rtl="1"/>
          <a:r>
            <a:rPr lang="ar-SA" sz="1800" b="1" u="sng" dirty="0"/>
            <a:t>مشاريع عملية لتطوير الوعي في المجتمع لتأثير الانسان</a:t>
          </a:r>
          <a:endParaRPr lang="he-IL" sz="1800" b="1" u="sng" dirty="0"/>
        </a:p>
      </dgm:t>
    </dgm:pt>
    <dgm:pt modelId="{44175516-6038-4721-BABA-3CDA13587187}" type="parTrans" cxnId="{4A885214-E1F8-48BB-AD55-FB327045F7A4}">
      <dgm:prSet/>
      <dgm:spPr/>
      <dgm:t>
        <a:bodyPr/>
        <a:lstStyle/>
        <a:p>
          <a:pPr rtl="1"/>
          <a:endParaRPr lang="he-IL"/>
        </a:p>
      </dgm:t>
    </dgm:pt>
    <dgm:pt modelId="{1BA25EB6-F44E-472D-9B73-4C1D606936DB}" type="sibTrans" cxnId="{4A885214-E1F8-48BB-AD55-FB327045F7A4}">
      <dgm:prSet/>
      <dgm:spPr/>
      <dgm:t>
        <a:bodyPr/>
        <a:lstStyle/>
        <a:p>
          <a:pPr rtl="1"/>
          <a:endParaRPr lang="he-IL"/>
        </a:p>
      </dgm:t>
    </dgm:pt>
    <dgm:pt modelId="{698F1CE3-44D5-4B3E-8F0C-ECE91B49C296}">
      <dgm:prSet phldrT="[טקסט]" custT="1"/>
      <dgm:spPr>
        <a:scene3d>
          <a:camera prst="orthographicFront"/>
          <a:lightRig rig="threePt" dir="t"/>
        </a:scene3d>
        <a:sp3d>
          <a:bevelT w="114300" prst="artDeco"/>
        </a:sp3d>
      </dgm:spPr>
      <dgm:t>
        <a:bodyPr/>
        <a:lstStyle/>
        <a:p>
          <a:pPr rtl="1"/>
          <a:r>
            <a:rPr lang="ar-SA" sz="1400" b="1" dirty="0"/>
            <a:t>هدف المحادثة ة القيمية والاسترجاع الذهني </a:t>
          </a:r>
          <a:r>
            <a:rPr lang="he-IL" sz="1400" b="1" dirty="0"/>
            <a:t>: </a:t>
          </a:r>
        </a:p>
        <a:p>
          <a:pPr rtl="1"/>
          <a:r>
            <a:rPr lang="ar-SA" sz="1800" b="1" u="sng" dirty="0"/>
            <a:t>تطوير مسؤولية شخصية للبيئة </a:t>
          </a:r>
          <a:endParaRPr lang="he-IL" sz="1800" b="1" u="sng" dirty="0"/>
        </a:p>
      </dgm:t>
    </dgm:pt>
    <dgm:pt modelId="{4C1BD25D-7FAB-4F8D-87C2-CD411BD294BE}" type="sibTrans" cxnId="{18027208-22FE-431F-BC9F-FCBD257A4502}">
      <dgm:prSet/>
      <dgm:spPr/>
      <dgm:t>
        <a:bodyPr/>
        <a:lstStyle/>
        <a:p>
          <a:pPr rtl="1"/>
          <a:endParaRPr lang="he-IL"/>
        </a:p>
      </dgm:t>
    </dgm:pt>
    <dgm:pt modelId="{56B3EF7F-CD91-4E36-8291-D5E705AF25CD}" type="parTrans" cxnId="{18027208-22FE-431F-BC9F-FCBD257A4502}">
      <dgm:prSet/>
      <dgm:spPr/>
      <dgm:t>
        <a:bodyPr/>
        <a:lstStyle/>
        <a:p>
          <a:pPr rtl="1"/>
          <a:endParaRPr lang="he-IL"/>
        </a:p>
      </dgm:t>
    </dgm:pt>
    <dgm:pt modelId="{0FAB7FBC-A46F-4977-A715-A85DDCFB1D26}" type="pres">
      <dgm:prSet presAssocID="{93871048-E5C0-4C71-BCD8-F2FF9A2FBFA1}" presName="Name0" presStyleCnt="0">
        <dgm:presLayoutVars>
          <dgm:chMax val="7"/>
          <dgm:chPref val="7"/>
          <dgm:dir/>
          <dgm:animLvl val="lvl"/>
        </dgm:presLayoutVars>
      </dgm:prSet>
      <dgm:spPr/>
    </dgm:pt>
    <dgm:pt modelId="{9746D94D-4BBE-4CFC-820C-98A72528813A}" type="pres">
      <dgm:prSet presAssocID="{86B3B32F-EDDA-42C6-9F52-ECFD5990EEA8}" presName="Accent1" presStyleCnt="0"/>
      <dgm:spPr>
        <a:scene3d>
          <a:camera prst="orthographicFront"/>
          <a:lightRig rig="threePt" dir="t"/>
        </a:scene3d>
        <a:sp3d>
          <a:bevelT w="114300" prst="artDeco"/>
        </a:sp3d>
      </dgm:spPr>
    </dgm:pt>
    <dgm:pt modelId="{A59C3FC8-1CAD-4EA5-A483-E295D8FEE5FC}" type="pres">
      <dgm:prSet presAssocID="{86B3B32F-EDDA-42C6-9F52-ECFD5990EEA8}" presName="Accent" presStyleLbl="node1" presStyleIdx="0" presStyleCnt="3" custScaleX="118138" custLinFactNeighborX="-3729" custLinFactNeighborY="3971"/>
      <dgm:spPr>
        <a:solidFill>
          <a:srgbClr val="C4BC96"/>
        </a:solidFill>
        <a:scene3d>
          <a:camera prst="orthographicFront"/>
          <a:lightRig rig="threePt" dir="t"/>
        </a:scene3d>
        <a:sp3d>
          <a:bevelT w="114300" prst="artDeco"/>
        </a:sp3d>
      </dgm:spPr>
    </dgm:pt>
    <dgm:pt modelId="{4D19CC7B-7EFA-4091-8F83-86CCD9BFF2CA}" type="pres">
      <dgm:prSet presAssocID="{86B3B32F-EDDA-42C6-9F52-ECFD5990EEA8}" presName="Parent1" presStyleLbl="revTx" presStyleIdx="0" presStyleCnt="3" custScaleX="144716" custScaleY="146217" custLinFactNeighborX="-8090" custLinFactNeighborY="1846">
        <dgm:presLayoutVars>
          <dgm:chMax val="1"/>
          <dgm:chPref val="1"/>
          <dgm:bulletEnabled val="1"/>
        </dgm:presLayoutVars>
      </dgm:prSet>
      <dgm:spPr/>
    </dgm:pt>
    <dgm:pt modelId="{6D549236-B132-4E8A-80FA-F7D8E8BFB9C4}" type="pres">
      <dgm:prSet presAssocID="{B27F648A-58CE-4A4F-B1CB-6E7394CAE3BE}" presName="Accent2" presStyleCnt="0"/>
      <dgm:spPr>
        <a:scene3d>
          <a:camera prst="orthographicFront"/>
          <a:lightRig rig="threePt" dir="t"/>
        </a:scene3d>
        <a:sp3d>
          <a:bevelT w="114300" prst="artDeco"/>
        </a:sp3d>
      </dgm:spPr>
    </dgm:pt>
    <dgm:pt modelId="{1C70EDFC-143B-4C54-A037-61E6B54A07B8}" type="pres">
      <dgm:prSet presAssocID="{B27F648A-58CE-4A4F-B1CB-6E7394CAE3BE}" presName="Accent" presStyleLbl="node1" presStyleIdx="1" presStyleCnt="3" custScaleX="141438" custScaleY="93109"/>
      <dgm:spPr>
        <a:solidFill>
          <a:srgbClr val="0070C0"/>
        </a:solidFill>
        <a:scene3d>
          <a:camera prst="orthographicFront"/>
          <a:lightRig rig="threePt" dir="t"/>
        </a:scene3d>
        <a:sp3d>
          <a:bevelT w="114300" prst="artDeco"/>
        </a:sp3d>
      </dgm:spPr>
    </dgm:pt>
    <dgm:pt modelId="{1C67F34C-E5CA-439F-B155-EFA0CC2A5720}" type="pres">
      <dgm:prSet presAssocID="{B27F648A-58CE-4A4F-B1CB-6E7394CAE3BE}" presName="Parent2" presStyleLbl="revTx" presStyleIdx="1" presStyleCnt="3" custScaleX="157492" custLinFactNeighborX="-25097" custLinFactNeighborY="-7700">
        <dgm:presLayoutVars>
          <dgm:chMax val="1"/>
          <dgm:chPref val="1"/>
          <dgm:bulletEnabled val="1"/>
        </dgm:presLayoutVars>
      </dgm:prSet>
      <dgm:spPr/>
    </dgm:pt>
    <dgm:pt modelId="{663703DA-490F-4ECD-8C7E-471106A8F22C}" type="pres">
      <dgm:prSet presAssocID="{698F1CE3-44D5-4B3E-8F0C-ECE91B49C296}" presName="Accent3" presStyleCnt="0"/>
      <dgm:spPr>
        <a:scene3d>
          <a:camera prst="orthographicFront"/>
          <a:lightRig rig="threePt" dir="t"/>
        </a:scene3d>
        <a:sp3d>
          <a:bevelT w="114300" prst="artDeco"/>
        </a:sp3d>
      </dgm:spPr>
    </dgm:pt>
    <dgm:pt modelId="{A486A1A9-D1FA-4B06-AF83-9008DEB0C6AE}" type="pres">
      <dgm:prSet presAssocID="{698F1CE3-44D5-4B3E-8F0C-ECE91B49C296}" presName="Accent" presStyleLbl="node1" presStyleIdx="2" presStyleCnt="3" custScaleX="114778" custLinFactNeighborY="-1782"/>
      <dgm:spPr>
        <a:solidFill>
          <a:schemeClr val="accent4">
            <a:lumMod val="60000"/>
            <a:lumOff val="40000"/>
          </a:schemeClr>
        </a:solidFill>
        <a:scene3d>
          <a:camera prst="orthographicFront"/>
          <a:lightRig rig="threePt" dir="t"/>
        </a:scene3d>
        <a:sp3d>
          <a:bevelT w="114300" prst="artDeco"/>
        </a:sp3d>
      </dgm:spPr>
    </dgm:pt>
    <dgm:pt modelId="{62F8AA45-C217-4FC5-A54A-2131B111518B}" type="pres">
      <dgm:prSet presAssocID="{698F1CE3-44D5-4B3E-8F0C-ECE91B49C296}" presName="Parent3" presStyleLbl="revTx" presStyleIdx="2" presStyleCnt="3" custScaleY="202089" custLinFactNeighborX="3113" custLinFactNeighborY="-17183">
        <dgm:presLayoutVars>
          <dgm:chMax val="1"/>
          <dgm:chPref val="1"/>
          <dgm:bulletEnabled val="1"/>
        </dgm:presLayoutVars>
      </dgm:prSet>
      <dgm:spPr/>
    </dgm:pt>
  </dgm:ptLst>
  <dgm:cxnLst>
    <dgm:cxn modelId="{015A8E03-A234-4E24-AE81-0A1B0A018BFB}" type="presOf" srcId="{93871048-E5C0-4C71-BCD8-F2FF9A2FBFA1}" destId="{0FAB7FBC-A46F-4977-A715-A85DDCFB1D26}" srcOrd="0" destOrd="0" presId="urn:microsoft.com/office/officeart/2009/layout/CircleArrowProcess"/>
    <dgm:cxn modelId="{18027208-22FE-431F-BC9F-FCBD257A4502}" srcId="{93871048-E5C0-4C71-BCD8-F2FF9A2FBFA1}" destId="{698F1CE3-44D5-4B3E-8F0C-ECE91B49C296}" srcOrd="2" destOrd="0" parTransId="{56B3EF7F-CD91-4E36-8291-D5E705AF25CD}" sibTransId="{4C1BD25D-7FAB-4F8D-87C2-CD411BD294BE}"/>
    <dgm:cxn modelId="{4A885214-E1F8-48BB-AD55-FB327045F7A4}" srcId="{93871048-E5C0-4C71-BCD8-F2FF9A2FBFA1}" destId="{B27F648A-58CE-4A4F-B1CB-6E7394CAE3BE}" srcOrd="1" destOrd="0" parTransId="{44175516-6038-4721-BABA-3CDA13587187}" sibTransId="{1BA25EB6-F44E-472D-9B73-4C1D606936DB}"/>
    <dgm:cxn modelId="{B0BCE769-79F5-4011-880E-C73E0863F7F5}" type="presOf" srcId="{86B3B32F-EDDA-42C6-9F52-ECFD5990EEA8}" destId="{4D19CC7B-7EFA-4091-8F83-86CCD9BFF2CA}" srcOrd="0" destOrd="0" presId="urn:microsoft.com/office/officeart/2009/layout/CircleArrowProcess"/>
    <dgm:cxn modelId="{F9273586-7EF4-49D2-B59B-034F29D997B5}" srcId="{93871048-E5C0-4C71-BCD8-F2FF9A2FBFA1}" destId="{86B3B32F-EDDA-42C6-9F52-ECFD5990EEA8}" srcOrd="0" destOrd="0" parTransId="{29C88CE7-4B62-49FD-9334-9B57D5AE9A17}" sibTransId="{95E8EB92-9919-49AD-9EA8-667CF846334F}"/>
    <dgm:cxn modelId="{5494E6C3-CC36-42B1-99D3-37F92EA4A972}" type="presOf" srcId="{698F1CE3-44D5-4B3E-8F0C-ECE91B49C296}" destId="{62F8AA45-C217-4FC5-A54A-2131B111518B}" srcOrd="0" destOrd="0" presId="urn:microsoft.com/office/officeart/2009/layout/CircleArrowProcess"/>
    <dgm:cxn modelId="{DC32A4FA-E05C-44AE-BF55-F6D3E8AB2919}" type="presOf" srcId="{B27F648A-58CE-4A4F-B1CB-6E7394CAE3BE}" destId="{1C67F34C-E5CA-439F-B155-EFA0CC2A5720}" srcOrd="0" destOrd="0" presId="urn:microsoft.com/office/officeart/2009/layout/CircleArrowProcess"/>
    <dgm:cxn modelId="{087D0BAE-987E-47CE-9BF2-EA6A132B49E4}" type="presParOf" srcId="{0FAB7FBC-A46F-4977-A715-A85DDCFB1D26}" destId="{9746D94D-4BBE-4CFC-820C-98A72528813A}" srcOrd="0" destOrd="0" presId="urn:microsoft.com/office/officeart/2009/layout/CircleArrowProcess"/>
    <dgm:cxn modelId="{4C0F383B-B706-45A4-8ED4-E3457E3B0C0C}" type="presParOf" srcId="{9746D94D-4BBE-4CFC-820C-98A72528813A}" destId="{A59C3FC8-1CAD-4EA5-A483-E295D8FEE5FC}" srcOrd="0" destOrd="0" presId="urn:microsoft.com/office/officeart/2009/layout/CircleArrowProcess"/>
    <dgm:cxn modelId="{67FDFBE7-452A-4255-A251-8589840A88FC}" type="presParOf" srcId="{0FAB7FBC-A46F-4977-A715-A85DDCFB1D26}" destId="{4D19CC7B-7EFA-4091-8F83-86CCD9BFF2CA}" srcOrd="1" destOrd="0" presId="urn:microsoft.com/office/officeart/2009/layout/CircleArrowProcess"/>
    <dgm:cxn modelId="{4F8A142B-1394-43A3-B443-478621286C6E}" type="presParOf" srcId="{0FAB7FBC-A46F-4977-A715-A85DDCFB1D26}" destId="{6D549236-B132-4E8A-80FA-F7D8E8BFB9C4}" srcOrd="2" destOrd="0" presId="urn:microsoft.com/office/officeart/2009/layout/CircleArrowProcess"/>
    <dgm:cxn modelId="{6412E3B2-9DA9-402C-AAC3-12B63CAFB9AF}" type="presParOf" srcId="{6D549236-B132-4E8A-80FA-F7D8E8BFB9C4}" destId="{1C70EDFC-143B-4C54-A037-61E6B54A07B8}" srcOrd="0" destOrd="0" presId="urn:microsoft.com/office/officeart/2009/layout/CircleArrowProcess"/>
    <dgm:cxn modelId="{9C7DF448-3C24-4805-86DA-7DD1E541C4A1}" type="presParOf" srcId="{0FAB7FBC-A46F-4977-A715-A85DDCFB1D26}" destId="{1C67F34C-E5CA-439F-B155-EFA0CC2A5720}" srcOrd="3" destOrd="0" presId="urn:microsoft.com/office/officeart/2009/layout/CircleArrowProcess"/>
    <dgm:cxn modelId="{494A8AD2-CE60-4969-BBA3-FC85DFCCABF6}" type="presParOf" srcId="{0FAB7FBC-A46F-4977-A715-A85DDCFB1D26}" destId="{663703DA-490F-4ECD-8C7E-471106A8F22C}" srcOrd="4" destOrd="0" presId="urn:microsoft.com/office/officeart/2009/layout/CircleArrowProcess"/>
    <dgm:cxn modelId="{6CCCC46C-C4BD-4BA6-A5F8-B71009C85D90}" type="presParOf" srcId="{663703DA-490F-4ECD-8C7E-471106A8F22C}" destId="{A486A1A9-D1FA-4B06-AF83-9008DEB0C6AE}" srcOrd="0" destOrd="0" presId="urn:microsoft.com/office/officeart/2009/layout/CircleArrowProcess"/>
    <dgm:cxn modelId="{7CE90921-7DA0-431C-827E-A58C6F5BAFC0}" type="presParOf" srcId="{0FAB7FBC-A46F-4977-A715-A85DDCFB1D26}" destId="{62F8AA45-C217-4FC5-A54A-2131B111518B}" srcOrd="5"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871048-E5C0-4C71-BCD8-F2FF9A2FBFA1}"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pPr rtl="1"/>
          <a:endParaRPr lang="he-IL"/>
        </a:p>
      </dgm:t>
    </dgm:pt>
    <dgm:pt modelId="{B27F648A-58CE-4A4F-B1CB-6E7394CAE3BE}">
      <dgm:prSet phldrT="[טקסט]" custT="1"/>
      <dgm:spPr>
        <a:scene3d>
          <a:camera prst="orthographicFront"/>
          <a:lightRig rig="threePt" dir="t"/>
        </a:scene3d>
        <a:sp3d>
          <a:bevelT w="114300" prst="artDeco"/>
        </a:sp3d>
      </dgm:spPr>
      <dgm:t>
        <a:bodyPr/>
        <a:lstStyle/>
        <a:p>
          <a:pPr rtl="1"/>
          <a:r>
            <a:rPr lang="ar-SA" sz="1400" b="1" dirty="0"/>
            <a:t>في ساعة التربية </a:t>
          </a:r>
          <a:r>
            <a:rPr lang="he-IL" sz="1400" b="1" dirty="0"/>
            <a:t>– </a:t>
          </a:r>
          <a:r>
            <a:rPr lang="ar-SA" sz="1400" b="1" dirty="0"/>
            <a:t>نتحدث حول </a:t>
          </a:r>
          <a:r>
            <a:rPr lang="ar-SA" sz="1800" b="1" u="sng" dirty="0"/>
            <a:t>العطاء</a:t>
          </a:r>
          <a:r>
            <a:rPr lang="he-IL" sz="1800" b="1" u="sng" dirty="0"/>
            <a:t>, </a:t>
          </a:r>
          <a:r>
            <a:rPr lang="ar-SA" sz="1800" b="1" u="sng" dirty="0"/>
            <a:t>احترام الانسان وتقبل الآخر </a:t>
          </a:r>
          <a:endParaRPr lang="he-IL" sz="1800" b="1" u="sng" dirty="0"/>
        </a:p>
      </dgm:t>
    </dgm:pt>
    <dgm:pt modelId="{44175516-6038-4721-BABA-3CDA13587187}" type="parTrans" cxnId="{4A885214-E1F8-48BB-AD55-FB327045F7A4}">
      <dgm:prSet/>
      <dgm:spPr/>
      <dgm:t>
        <a:bodyPr/>
        <a:lstStyle/>
        <a:p>
          <a:pPr rtl="1"/>
          <a:endParaRPr lang="he-IL"/>
        </a:p>
      </dgm:t>
    </dgm:pt>
    <dgm:pt modelId="{1BA25EB6-F44E-472D-9B73-4C1D606936DB}" type="sibTrans" cxnId="{4A885214-E1F8-48BB-AD55-FB327045F7A4}">
      <dgm:prSet/>
      <dgm:spPr/>
      <dgm:t>
        <a:bodyPr/>
        <a:lstStyle/>
        <a:p>
          <a:pPr rtl="1"/>
          <a:endParaRPr lang="he-IL"/>
        </a:p>
      </dgm:t>
    </dgm:pt>
    <dgm:pt modelId="{698F1CE3-44D5-4B3E-8F0C-ECE91B49C296}">
      <dgm:prSet phldrT="[טקסט]" custT="1"/>
      <dgm:spPr>
        <a:scene3d>
          <a:camera prst="orthographicFront"/>
          <a:lightRig rig="threePt" dir="t"/>
        </a:scene3d>
        <a:sp3d>
          <a:bevelT w="114300" prst="artDeco"/>
        </a:sp3d>
      </dgm:spPr>
      <dgm:t>
        <a:bodyPr/>
        <a:lstStyle/>
        <a:p>
          <a:pPr rtl="1"/>
          <a:r>
            <a:rPr lang="ar-SA" sz="1400" b="1" dirty="0"/>
            <a:t>تطبيق عملي </a:t>
          </a:r>
          <a:r>
            <a:rPr lang="he-IL" sz="1400" b="1" dirty="0"/>
            <a:t>–</a:t>
          </a:r>
        </a:p>
        <a:p>
          <a:pPr rtl="1"/>
          <a:r>
            <a:rPr lang="ar-SA" sz="1800" b="1" u="sng" dirty="0"/>
            <a:t>فعاليات ومبادرات لتقبل الآخر</a:t>
          </a:r>
          <a:endParaRPr lang="he-IL" sz="1800" b="1" u="sng" dirty="0"/>
        </a:p>
      </dgm:t>
    </dgm:pt>
    <dgm:pt modelId="{56B3EF7F-CD91-4E36-8291-D5E705AF25CD}" type="parTrans" cxnId="{18027208-22FE-431F-BC9F-FCBD257A4502}">
      <dgm:prSet/>
      <dgm:spPr/>
      <dgm:t>
        <a:bodyPr/>
        <a:lstStyle/>
        <a:p>
          <a:pPr rtl="1"/>
          <a:endParaRPr lang="he-IL"/>
        </a:p>
      </dgm:t>
    </dgm:pt>
    <dgm:pt modelId="{4C1BD25D-7FAB-4F8D-87C2-CD411BD294BE}" type="sibTrans" cxnId="{18027208-22FE-431F-BC9F-FCBD257A4502}">
      <dgm:prSet/>
      <dgm:spPr/>
      <dgm:t>
        <a:bodyPr/>
        <a:lstStyle/>
        <a:p>
          <a:pPr rtl="1"/>
          <a:endParaRPr lang="he-IL"/>
        </a:p>
      </dgm:t>
    </dgm:pt>
    <dgm:pt modelId="{B405D513-84E4-4134-AFAF-521D7D1E06BD}">
      <dgm:prSet custT="1"/>
      <dgm:spPr>
        <a:scene3d>
          <a:camera prst="orthographicFront"/>
          <a:lightRig rig="threePt" dir="t"/>
        </a:scene3d>
        <a:sp3d>
          <a:bevelT prst="relaxedInset"/>
        </a:sp3d>
      </dgm:spPr>
      <dgm:t>
        <a:bodyPr/>
        <a:lstStyle/>
        <a:p>
          <a:pPr rtl="1"/>
          <a:r>
            <a:rPr lang="ar-SA" sz="1400" b="1" dirty="0"/>
            <a:t>هدف الحوار القيمي </a:t>
          </a:r>
          <a:endParaRPr lang="he-IL" sz="1400" b="1" dirty="0"/>
        </a:p>
        <a:p>
          <a:pPr rtl="1"/>
          <a:r>
            <a:rPr lang="ar-SA" sz="1800" b="1" u="sng" dirty="0"/>
            <a:t>تطوير الاهتمام لحاجات الغير / الاخر </a:t>
          </a:r>
          <a:endParaRPr lang="he-IL" sz="1800" b="1" u="sng" dirty="0"/>
        </a:p>
      </dgm:t>
    </dgm:pt>
    <dgm:pt modelId="{26186FB0-AD9B-4B49-9097-511B00C4FDE8}" type="parTrans" cxnId="{91868142-7CEA-4BAD-9F44-8FB15CF27B69}">
      <dgm:prSet/>
      <dgm:spPr/>
      <dgm:t>
        <a:bodyPr/>
        <a:lstStyle/>
        <a:p>
          <a:pPr rtl="1"/>
          <a:endParaRPr lang="he-IL"/>
        </a:p>
      </dgm:t>
    </dgm:pt>
    <dgm:pt modelId="{AFA9F8B1-6EFC-4C74-A3DF-04F61173B6D5}" type="sibTrans" cxnId="{91868142-7CEA-4BAD-9F44-8FB15CF27B69}">
      <dgm:prSet/>
      <dgm:spPr/>
      <dgm:t>
        <a:bodyPr/>
        <a:lstStyle/>
        <a:p>
          <a:pPr rtl="1"/>
          <a:endParaRPr lang="he-IL"/>
        </a:p>
      </dgm:t>
    </dgm:pt>
    <dgm:pt modelId="{0FAB7FBC-A46F-4977-A715-A85DDCFB1D26}" type="pres">
      <dgm:prSet presAssocID="{93871048-E5C0-4C71-BCD8-F2FF9A2FBFA1}" presName="Name0" presStyleCnt="0">
        <dgm:presLayoutVars>
          <dgm:chMax val="7"/>
          <dgm:chPref val="7"/>
          <dgm:dir/>
          <dgm:animLvl val="lvl"/>
        </dgm:presLayoutVars>
      </dgm:prSet>
      <dgm:spPr/>
    </dgm:pt>
    <dgm:pt modelId="{F2E008CF-4C20-4277-B82A-3F1AA7DEB345}" type="pres">
      <dgm:prSet presAssocID="{B27F648A-58CE-4A4F-B1CB-6E7394CAE3BE}" presName="Accent1" presStyleCnt="0"/>
      <dgm:spPr/>
    </dgm:pt>
    <dgm:pt modelId="{1C70EDFC-143B-4C54-A037-61E6B54A07B8}" type="pres">
      <dgm:prSet presAssocID="{B27F648A-58CE-4A4F-B1CB-6E7394CAE3BE}" presName="Accent" presStyleLbl="node1" presStyleIdx="0" presStyleCnt="3" custScaleX="106435" custLinFactNeighborX="18732" custLinFactNeighborY="-9972"/>
      <dgm:spPr>
        <a:solidFill>
          <a:schemeClr val="accent4">
            <a:lumMod val="60000"/>
            <a:lumOff val="40000"/>
          </a:schemeClr>
        </a:solidFill>
        <a:scene3d>
          <a:camera prst="orthographicFront"/>
          <a:lightRig rig="threePt" dir="t"/>
        </a:scene3d>
        <a:sp3d>
          <a:bevelT w="114300" prst="artDeco"/>
        </a:sp3d>
      </dgm:spPr>
    </dgm:pt>
    <dgm:pt modelId="{477D89E9-8E98-4102-BB1E-89751E8E773E}" type="pres">
      <dgm:prSet presAssocID="{B27F648A-58CE-4A4F-B1CB-6E7394CAE3BE}" presName="Parent1" presStyleLbl="revTx" presStyleIdx="0" presStyleCnt="3" custScaleY="165599" custLinFactNeighborX="38747" custLinFactNeighborY="-50538">
        <dgm:presLayoutVars>
          <dgm:chMax val="1"/>
          <dgm:chPref val="1"/>
          <dgm:bulletEnabled val="1"/>
        </dgm:presLayoutVars>
      </dgm:prSet>
      <dgm:spPr/>
    </dgm:pt>
    <dgm:pt modelId="{429C9F57-3B11-47FD-AD19-F6D4B50A2CAC}" type="pres">
      <dgm:prSet presAssocID="{698F1CE3-44D5-4B3E-8F0C-ECE91B49C296}" presName="Accent2" presStyleCnt="0"/>
      <dgm:spPr/>
    </dgm:pt>
    <dgm:pt modelId="{A486A1A9-D1FA-4B06-AF83-9008DEB0C6AE}" type="pres">
      <dgm:prSet presAssocID="{698F1CE3-44D5-4B3E-8F0C-ECE91B49C296}" presName="Accent" presStyleLbl="node1" presStyleIdx="1" presStyleCnt="3" custScaleX="122868" custLinFactNeighborX="14721" custLinFactNeighborY="-9736"/>
      <dgm:spPr>
        <a:solidFill>
          <a:srgbClr val="B8AF82"/>
        </a:solidFill>
        <a:scene3d>
          <a:camera prst="orthographicFront"/>
          <a:lightRig rig="threePt" dir="t"/>
        </a:scene3d>
        <a:sp3d>
          <a:bevelT w="114300" prst="artDeco"/>
        </a:sp3d>
      </dgm:spPr>
    </dgm:pt>
    <dgm:pt modelId="{F79CACDD-23A8-4AA2-BD01-FC6855395CDA}" type="pres">
      <dgm:prSet presAssocID="{698F1CE3-44D5-4B3E-8F0C-ECE91B49C296}" presName="Parent2" presStyleLbl="revTx" presStyleIdx="1" presStyleCnt="3" custLinFactNeighborX="15102" custLinFactNeighborY="-55065">
        <dgm:presLayoutVars>
          <dgm:chMax val="1"/>
          <dgm:chPref val="1"/>
          <dgm:bulletEnabled val="1"/>
        </dgm:presLayoutVars>
      </dgm:prSet>
      <dgm:spPr/>
    </dgm:pt>
    <dgm:pt modelId="{5A42C9C0-7555-411D-922F-0C7327491F36}" type="pres">
      <dgm:prSet presAssocID="{B405D513-84E4-4134-AFAF-521D7D1E06BD}" presName="Accent3" presStyleCnt="0"/>
      <dgm:spPr/>
    </dgm:pt>
    <dgm:pt modelId="{07F4AAB9-8967-4309-90D9-992DCB30B1D8}" type="pres">
      <dgm:prSet presAssocID="{B405D513-84E4-4134-AFAF-521D7D1E06BD}" presName="Accent" presStyleLbl="node1" presStyleIdx="2" presStyleCnt="3" custScaleX="106383" custLinFactNeighborX="9463" custLinFactNeighborY="-16382"/>
      <dgm:spPr>
        <a:solidFill>
          <a:schemeClr val="accent1">
            <a:lumMod val="75000"/>
          </a:schemeClr>
        </a:solidFill>
        <a:scene3d>
          <a:camera prst="orthographicFront"/>
          <a:lightRig rig="threePt" dir="t"/>
        </a:scene3d>
        <a:sp3d>
          <a:bevelT w="114300" prst="artDeco"/>
        </a:sp3d>
      </dgm:spPr>
    </dgm:pt>
    <dgm:pt modelId="{4F3DC60E-FDE8-43D2-806B-07796F3E2601}" type="pres">
      <dgm:prSet presAssocID="{B405D513-84E4-4134-AFAF-521D7D1E06BD}" presName="Parent3" presStyleLbl="revTx" presStyleIdx="2" presStyleCnt="3" custLinFactNeighborX="17093" custLinFactNeighborY="-41080">
        <dgm:presLayoutVars>
          <dgm:chMax val="1"/>
          <dgm:chPref val="1"/>
          <dgm:bulletEnabled val="1"/>
        </dgm:presLayoutVars>
      </dgm:prSet>
      <dgm:spPr/>
    </dgm:pt>
  </dgm:ptLst>
  <dgm:cxnLst>
    <dgm:cxn modelId="{C15D0904-2FA6-43A7-9DDA-58C51C87ECA6}" type="presOf" srcId="{B27F648A-58CE-4A4F-B1CB-6E7394CAE3BE}" destId="{477D89E9-8E98-4102-BB1E-89751E8E773E}" srcOrd="0" destOrd="0" presId="urn:microsoft.com/office/officeart/2009/layout/CircleArrowProcess"/>
    <dgm:cxn modelId="{18027208-22FE-431F-BC9F-FCBD257A4502}" srcId="{93871048-E5C0-4C71-BCD8-F2FF9A2FBFA1}" destId="{698F1CE3-44D5-4B3E-8F0C-ECE91B49C296}" srcOrd="1" destOrd="0" parTransId="{56B3EF7F-CD91-4E36-8291-D5E705AF25CD}" sibTransId="{4C1BD25D-7FAB-4F8D-87C2-CD411BD294BE}"/>
    <dgm:cxn modelId="{4A885214-E1F8-48BB-AD55-FB327045F7A4}" srcId="{93871048-E5C0-4C71-BCD8-F2FF9A2FBFA1}" destId="{B27F648A-58CE-4A4F-B1CB-6E7394CAE3BE}" srcOrd="0" destOrd="0" parTransId="{44175516-6038-4721-BABA-3CDA13587187}" sibTransId="{1BA25EB6-F44E-472D-9B73-4C1D606936DB}"/>
    <dgm:cxn modelId="{F2026A1F-7A16-4F39-9FF3-FF3DFD0DFC2D}" type="presOf" srcId="{B405D513-84E4-4134-AFAF-521D7D1E06BD}" destId="{4F3DC60E-FDE8-43D2-806B-07796F3E2601}" srcOrd="0" destOrd="0" presId="urn:microsoft.com/office/officeart/2009/layout/CircleArrowProcess"/>
    <dgm:cxn modelId="{91868142-7CEA-4BAD-9F44-8FB15CF27B69}" srcId="{93871048-E5C0-4C71-BCD8-F2FF9A2FBFA1}" destId="{B405D513-84E4-4134-AFAF-521D7D1E06BD}" srcOrd="2" destOrd="0" parTransId="{26186FB0-AD9B-4B49-9097-511B00C4FDE8}" sibTransId="{AFA9F8B1-6EFC-4C74-A3DF-04F61173B6D5}"/>
    <dgm:cxn modelId="{6F7E08BC-7C50-47EE-95EC-2CCCAFE7D5D7}" type="presOf" srcId="{698F1CE3-44D5-4B3E-8F0C-ECE91B49C296}" destId="{F79CACDD-23A8-4AA2-BD01-FC6855395CDA}" srcOrd="0" destOrd="0" presId="urn:microsoft.com/office/officeart/2009/layout/CircleArrowProcess"/>
    <dgm:cxn modelId="{48F108BF-FA06-43F2-94F2-3608C404FA58}" type="presOf" srcId="{93871048-E5C0-4C71-BCD8-F2FF9A2FBFA1}" destId="{0FAB7FBC-A46F-4977-A715-A85DDCFB1D26}" srcOrd="0" destOrd="0" presId="urn:microsoft.com/office/officeart/2009/layout/CircleArrowProcess"/>
    <dgm:cxn modelId="{98BEE319-A5C4-4B10-902F-10D65D6BF854}" type="presParOf" srcId="{0FAB7FBC-A46F-4977-A715-A85DDCFB1D26}" destId="{F2E008CF-4C20-4277-B82A-3F1AA7DEB345}" srcOrd="0" destOrd="0" presId="urn:microsoft.com/office/officeart/2009/layout/CircleArrowProcess"/>
    <dgm:cxn modelId="{2877D345-0897-4AFD-B6A4-CC4A36383C23}" type="presParOf" srcId="{F2E008CF-4C20-4277-B82A-3F1AA7DEB345}" destId="{1C70EDFC-143B-4C54-A037-61E6B54A07B8}" srcOrd="0" destOrd="0" presId="urn:microsoft.com/office/officeart/2009/layout/CircleArrowProcess"/>
    <dgm:cxn modelId="{241DD5B1-12CD-4A50-BC66-E021A2CC6A4F}" type="presParOf" srcId="{0FAB7FBC-A46F-4977-A715-A85DDCFB1D26}" destId="{477D89E9-8E98-4102-BB1E-89751E8E773E}" srcOrd="1" destOrd="0" presId="urn:microsoft.com/office/officeart/2009/layout/CircleArrowProcess"/>
    <dgm:cxn modelId="{E6EFD322-4F22-4280-B156-C554B187CA87}" type="presParOf" srcId="{0FAB7FBC-A46F-4977-A715-A85DDCFB1D26}" destId="{429C9F57-3B11-47FD-AD19-F6D4B50A2CAC}" srcOrd="2" destOrd="0" presId="urn:microsoft.com/office/officeart/2009/layout/CircleArrowProcess"/>
    <dgm:cxn modelId="{1452E875-20AC-4156-BF88-A29C8656AB70}" type="presParOf" srcId="{429C9F57-3B11-47FD-AD19-F6D4B50A2CAC}" destId="{A486A1A9-D1FA-4B06-AF83-9008DEB0C6AE}" srcOrd="0" destOrd="0" presId="urn:microsoft.com/office/officeart/2009/layout/CircleArrowProcess"/>
    <dgm:cxn modelId="{11A531AE-2472-4602-AE99-13CFE284F503}" type="presParOf" srcId="{0FAB7FBC-A46F-4977-A715-A85DDCFB1D26}" destId="{F79CACDD-23A8-4AA2-BD01-FC6855395CDA}" srcOrd="3" destOrd="0" presId="urn:microsoft.com/office/officeart/2009/layout/CircleArrowProcess"/>
    <dgm:cxn modelId="{6BBE7597-1D9A-4373-87B4-8DEB5E848252}" type="presParOf" srcId="{0FAB7FBC-A46F-4977-A715-A85DDCFB1D26}" destId="{5A42C9C0-7555-411D-922F-0C7327491F36}" srcOrd="4" destOrd="0" presId="urn:microsoft.com/office/officeart/2009/layout/CircleArrowProcess"/>
    <dgm:cxn modelId="{BB2EBAC4-49A3-47D8-B05E-CA726D02770F}" type="presParOf" srcId="{5A42C9C0-7555-411D-922F-0C7327491F36}" destId="{07F4AAB9-8967-4309-90D9-992DCB30B1D8}" srcOrd="0" destOrd="0" presId="urn:microsoft.com/office/officeart/2009/layout/CircleArrowProcess"/>
    <dgm:cxn modelId="{CFBC8D44-A689-4C40-9A48-AD49B2A527B7}" type="presParOf" srcId="{0FAB7FBC-A46F-4977-A715-A85DDCFB1D26}" destId="{4F3DC60E-FDE8-43D2-806B-07796F3E2601}" srcOrd="5" destOrd="0" presId="urn:microsoft.com/office/officeart/2009/layout/CircleArrowProcess"/>
  </dgm:cxnLst>
  <dgm:bg>
    <a:effect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09177A-17D6-464F-8302-C7EF1684DC15}"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pPr rtl="1"/>
          <a:endParaRPr lang="he-IL"/>
        </a:p>
      </dgm:t>
    </dgm:pt>
    <dgm:pt modelId="{0E86FBDE-FB45-4F45-A874-14D6A3222F0C}">
      <dgm:prSet phldrT="[טקסט]" custT="1"/>
      <dgm:spPr>
        <a:solidFill>
          <a:schemeClr val="tx2"/>
        </a:solidFill>
        <a:scene3d>
          <a:camera prst="orthographicFront"/>
          <a:lightRig rig="threePt" dir="t"/>
        </a:scene3d>
        <a:sp3d>
          <a:bevelT prst="angle"/>
        </a:sp3d>
      </dgm:spPr>
      <dgm:t>
        <a:bodyPr/>
        <a:lstStyle/>
        <a:p>
          <a:pPr rtl="1"/>
          <a:r>
            <a:rPr lang="ar-SA" sz="2400" b="1">
              <a:solidFill>
                <a:schemeClr val="bg1"/>
              </a:solidFill>
            </a:rPr>
            <a:t>تقييم الطالب </a:t>
          </a:r>
          <a:endParaRPr lang="he-IL" sz="2400" b="1" dirty="0">
            <a:solidFill>
              <a:schemeClr val="bg1"/>
            </a:solidFill>
          </a:endParaRPr>
        </a:p>
      </dgm:t>
    </dgm:pt>
    <dgm:pt modelId="{3B14C64B-2D07-431C-A374-2EEA4216641B}" type="parTrans" cxnId="{A715B780-7CE3-4A89-9187-DCF033447826}">
      <dgm:prSet/>
      <dgm:spPr/>
      <dgm:t>
        <a:bodyPr/>
        <a:lstStyle/>
        <a:p>
          <a:pPr rtl="1"/>
          <a:endParaRPr lang="he-IL"/>
        </a:p>
      </dgm:t>
    </dgm:pt>
    <dgm:pt modelId="{C3DD1116-8135-4DEE-BDF3-4ACB6EF10A9A}" type="sibTrans" cxnId="{A715B780-7CE3-4A89-9187-DCF033447826}">
      <dgm:prSet/>
      <dgm:spPr/>
      <dgm:t>
        <a:bodyPr/>
        <a:lstStyle/>
        <a:p>
          <a:pPr rtl="1"/>
          <a:endParaRPr lang="he-IL"/>
        </a:p>
      </dgm:t>
    </dgm:pt>
    <dgm:pt modelId="{035C1204-28E2-4261-B785-4FE92D9E41F5}">
      <dgm:prSet phldrT="[טקסט]"/>
      <dgm:spPr>
        <a:solidFill>
          <a:schemeClr val="accent6">
            <a:lumMod val="60000"/>
            <a:lumOff val="40000"/>
          </a:schemeClr>
        </a:solidFill>
        <a:scene3d>
          <a:camera prst="orthographicFront"/>
          <a:lightRig rig="threePt" dir="t"/>
        </a:scene3d>
        <a:sp3d>
          <a:bevelT prst="angle"/>
        </a:sp3d>
      </dgm:spPr>
      <dgm:t>
        <a:bodyPr/>
        <a:lstStyle/>
        <a:p>
          <a:pPr rtl="1"/>
          <a:r>
            <a:rPr lang="ar-SA" b="1" dirty="0">
              <a:solidFill>
                <a:schemeClr val="tx2"/>
              </a:solidFill>
            </a:rPr>
            <a:t>حضور </a:t>
          </a:r>
          <a:r>
            <a:rPr lang="he-IL" b="1" dirty="0">
              <a:solidFill>
                <a:schemeClr val="tx2"/>
              </a:solidFill>
            </a:rPr>
            <a:t> – </a:t>
          </a:r>
        </a:p>
        <a:p>
          <a:pPr rtl="1"/>
          <a:r>
            <a:rPr lang="ar-SA" b="1" dirty="0">
              <a:solidFill>
                <a:schemeClr val="tx2"/>
              </a:solidFill>
            </a:rPr>
            <a:t>معيار الزامي</a:t>
          </a:r>
          <a:endParaRPr lang="he-IL" b="1" dirty="0">
            <a:solidFill>
              <a:schemeClr val="tx2"/>
            </a:solidFill>
          </a:endParaRPr>
        </a:p>
      </dgm:t>
    </dgm:pt>
    <dgm:pt modelId="{3764EAE1-0FA8-4CD0-BC08-7E55A50B0377}" type="parTrans" cxnId="{19736F96-87D2-4547-83FB-4D2BC62514AC}">
      <dgm:prSet/>
      <dgm:spPr/>
      <dgm:t>
        <a:bodyPr/>
        <a:lstStyle/>
        <a:p>
          <a:pPr rtl="1"/>
          <a:endParaRPr lang="he-IL"/>
        </a:p>
      </dgm:t>
    </dgm:pt>
    <dgm:pt modelId="{D3ED2D99-CCE2-4FB0-B015-FBB95A897C83}" type="sibTrans" cxnId="{19736F96-87D2-4547-83FB-4D2BC62514AC}">
      <dgm:prSet/>
      <dgm:spPr/>
      <dgm:t>
        <a:bodyPr/>
        <a:lstStyle/>
        <a:p>
          <a:pPr rtl="1"/>
          <a:endParaRPr lang="he-IL"/>
        </a:p>
      </dgm:t>
    </dgm:pt>
    <dgm:pt modelId="{9F2D834E-6F20-4260-A7A9-4145B2137DF7}">
      <dgm:prSet phldrT="[טקסט]"/>
      <dgm:spPr>
        <a:solidFill>
          <a:schemeClr val="tx2">
            <a:lumMod val="40000"/>
            <a:lumOff val="60000"/>
          </a:schemeClr>
        </a:solidFill>
        <a:scene3d>
          <a:camera prst="orthographicFront"/>
          <a:lightRig rig="threePt" dir="t"/>
        </a:scene3d>
        <a:sp3d>
          <a:bevelT prst="angle"/>
        </a:sp3d>
      </dgm:spPr>
      <dgm:t>
        <a:bodyPr/>
        <a:lstStyle/>
        <a:p>
          <a:pPr rtl="1"/>
          <a:r>
            <a:rPr lang="ar-SA" b="1" dirty="0">
              <a:solidFill>
                <a:schemeClr val="tx2"/>
              </a:solidFill>
            </a:rPr>
            <a:t>مواظبة </a:t>
          </a:r>
          <a:endParaRPr lang="he-IL" b="1" dirty="0">
            <a:solidFill>
              <a:schemeClr val="tx2"/>
            </a:solidFill>
          </a:endParaRPr>
        </a:p>
      </dgm:t>
    </dgm:pt>
    <dgm:pt modelId="{A09602B5-FC79-4EB8-85A0-2C459DE33B24}" type="parTrans" cxnId="{EB715E07-2CFC-453C-9B99-EBBD2592918C}">
      <dgm:prSet/>
      <dgm:spPr/>
      <dgm:t>
        <a:bodyPr/>
        <a:lstStyle/>
        <a:p>
          <a:pPr rtl="1"/>
          <a:endParaRPr lang="he-IL"/>
        </a:p>
      </dgm:t>
    </dgm:pt>
    <dgm:pt modelId="{F6D06278-A721-4510-9CB5-29C1764650B0}" type="sibTrans" cxnId="{EB715E07-2CFC-453C-9B99-EBBD2592918C}">
      <dgm:prSet/>
      <dgm:spPr/>
      <dgm:t>
        <a:bodyPr/>
        <a:lstStyle/>
        <a:p>
          <a:pPr rtl="1"/>
          <a:endParaRPr lang="he-IL"/>
        </a:p>
      </dgm:t>
    </dgm:pt>
    <dgm:pt modelId="{F7F5F8BD-E72D-4DBC-BA10-C8679F32944A}">
      <dgm:prSet phldrT="[טקסט]" custT="1"/>
      <dgm:spPr>
        <a:solidFill>
          <a:schemeClr val="accent4">
            <a:lumMod val="60000"/>
            <a:lumOff val="40000"/>
          </a:schemeClr>
        </a:solidFill>
        <a:scene3d>
          <a:camera prst="orthographicFront"/>
          <a:lightRig rig="threePt" dir="t"/>
        </a:scene3d>
        <a:sp3d>
          <a:bevelT prst="angle"/>
        </a:sp3d>
      </dgm:spPr>
      <dgm:t>
        <a:bodyPr/>
        <a:lstStyle/>
        <a:p>
          <a:pPr rtl="1"/>
          <a:r>
            <a:rPr lang="ar-SA" sz="1600" b="1" u="sng" dirty="0" err="1">
              <a:solidFill>
                <a:schemeClr val="tx2"/>
              </a:solidFill>
            </a:rPr>
            <a:t>جودةالتنفيذ</a:t>
          </a:r>
          <a:r>
            <a:rPr lang="ar-SA" sz="1600" b="1" u="sng" dirty="0">
              <a:solidFill>
                <a:schemeClr val="tx2"/>
              </a:solidFill>
            </a:rPr>
            <a:t> </a:t>
          </a:r>
          <a:r>
            <a:rPr lang="ar-SA" sz="1600" b="1" dirty="0">
              <a:solidFill>
                <a:schemeClr val="tx2"/>
              </a:solidFill>
            </a:rPr>
            <a:t>مبادرة واتصال على الوجه الأمثل </a:t>
          </a:r>
          <a:endParaRPr lang="he-IL" sz="1600" b="1" dirty="0">
            <a:solidFill>
              <a:schemeClr val="tx2"/>
            </a:solidFill>
          </a:endParaRPr>
        </a:p>
      </dgm:t>
    </dgm:pt>
    <dgm:pt modelId="{3D6BAE50-B9F8-4E8E-A44D-A797F228C71E}" type="parTrans" cxnId="{B6C19A44-40DA-40F0-9B93-2F079C231B74}">
      <dgm:prSet/>
      <dgm:spPr/>
      <dgm:t>
        <a:bodyPr/>
        <a:lstStyle/>
        <a:p>
          <a:pPr rtl="1"/>
          <a:endParaRPr lang="he-IL"/>
        </a:p>
      </dgm:t>
    </dgm:pt>
    <dgm:pt modelId="{DDF71B27-2381-48CC-B88C-CB1EE8455D7B}" type="sibTrans" cxnId="{B6C19A44-40DA-40F0-9B93-2F079C231B74}">
      <dgm:prSet/>
      <dgm:spPr/>
      <dgm:t>
        <a:bodyPr/>
        <a:lstStyle/>
        <a:p>
          <a:pPr rtl="1"/>
          <a:endParaRPr lang="he-IL"/>
        </a:p>
      </dgm:t>
    </dgm:pt>
    <dgm:pt modelId="{4C4712E9-8F43-4261-9F53-284EE0947AB2}">
      <dgm:prSet phldrT="[טקסט]"/>
      <dgm:spPr>
        <a:solidFill>
          <a:srgbClr val="B8AF82"/>
        </a:solidFill>
        <a:scene3d>
          <a:camera prst="orthographicFront"/>
          <a:lightRig rig="threePt" dir="t"/>
        </a:scene3d>
        <a:sp3d>
          <a:bevelT prst="angle"/>
        </a:sp3d>
      </dgm:spPr>
      <dgm:t>
        <a:bodyPr/>
        <a:lstStyle/>
        <a:p>
          <a:pPr rtl="1"/>
          <a:r>
            <a:rPr lang="ar-SA" b="1" dirty="0">
              <a:solidFill>
                <a:schemeClr val="tx2"/>
              </a:solidFill>
            </a:rPr>
            <a:t>المشاركة في التأهيل </a:t>
          </a:r>
          <a:endParaRPr lang="he-IL" b="1" dirty="0">
            <a:solidFill>
              <a:schemeClr val="tx2"/>
            </a:solidFill>
          </a:endParaRPr>
        </a:p>
      </dgm:t>
    </dgm:pt>
    <dgm:pt modelId="{D873D2E9-2258-4130-8CC8-988E9DAFD136}" type="parTrans" cxnId="{35916898-C632-4169-A270-2568B11E2999}">
      <dgm:prSet/>
      <dgm:spPr/>
      <dgm:t>
        <a:bodyPr/>
        <a:lstStyle/>
        <a:p>
          <a:pPr rtl="1"/>
          <a:endParaRPr lang="he-IL"/>
        </a:p>
      </dgm:t>
    </dgm:pt>
    <dgm:pt modelId="{1027D332-FEC6-4B14-9755-29C0639B3062}" type="sibTrans" cxnId="{35916898-C632-4169-A270-2568B11E2999}">
      <dgm:prSet/>
      <dgm:spPr/>
      <dgm:t>
        <a:bodyPr/>
        <a:lstStyle/>
        <a:p>
          <a:pPr rtl="1"/>
          <a:endParaRPr lang="he-IL"/>
        </a:p>
      </dgm:t>
    </dgm:pt>
    <dgm:pt modelId="{37B27895-F35C-42DA-A0E5-EAF10F798D76}">
      <dgm:prSet phldrT="[טקסט]" custT="1"/>
      <dgm:spPr>
        <a:solidFill>
          <a:schemeClr val="accent2">
            <a:lumMod val="60000"/>
            <a:lumOff val="40000"/>
          </a:schemeClr>
        </a:solidFill>
        <a:scene3d>
          <a:camera prst="orthographicFront"/>
          <a:lightRig rig="threePt" dir="t"/>
        </a:scene3d>
        <a:sp3d>
          <a:bevelT prst="angle"/>
        </a:sp3d>
      </dgm:spPr>
      <dgm:t>
        <a:bodyPr/>
        <a:lstStyle/>
        <a:p>
          <a:pPr rtl="1"/>
          <a:r>
            <a:rPr lang="ar-SA" sz="1600" b="1" dirty="0">
              <a:solidFill>
                <a:schemeClr val="tx2"/>
              </a:solidFill>
            </a:rPr>
            <a:t>وظيفة تلخيصية واسترجاع ذهني </a:t>
          </a:r>
          <a:endParaRPr lang="he-IL" sz="1600" b="1" dirty="0">
            <a:solidFill>
              <a:schemeClr val="tx2"/>
            </a:solidFill>
          </a:endParaRPr>
        </a:p>
        <a:p>
          <a:pPr rtl="1"/>
          <a:r>
            <a:rPr lang="he-IL" sz="1600" b="1" dirty="0">
              <a:solidFill>
                <a:schemeClr val="tx2"/>
              </a:solidFill>
            </a:rPr>
            <a:t>(</a:t>
          </a:r>
          <a:r>
            <a:rPr lang="ar-SA" sz="1600" b="1" dirty="0">
              <a:solidFill>
                <a:schemeClr val="tx2"/>
              </a:solidFill>
            </a:rPr>
            <a:t>في نهاية كل سنة </a:t>
          </a:r>
          <a:r>
            <a:rPr lang="he-IL" sz="1600" b="1" dirty="0">
              <a:solidFill>
                <a:schemeClr val="tx2"/>
              </a:solidFill>
            </a:rPr>
            <a:t>)</a:t>
          </a:r>
        </a:p>
      </dgm:t>
    </dgm:pt>
    <dgm:pt modelId="{19D063B1-D0BC-46B8-B6A7-9E1C55946243}" type="parTrans" cxnId="{B94BD7BA-F211-4FB7-B182-8A01BF2D67F0}">
      <dgm:prSet/>
      <dgm:spPr/>
      <dgm:t>
        <a:bodyPr/>
        <a:lstStyle/>
        <a:p>
          <a:pPr rtl="1"/>
          <a:endParaRPr lang="he-IL"/>
        </a:p>
      </dgm:t>
    </dgm:pt>
    <dgm:pt modelId="{61E7E726-DAD7-451B-89FC-E7982979BAEA}" type="sibTrans" cxnId="{B94BD7BA-F211-4FB7-B182-8A01BF2D67F0}">
      <dgm:prSet/>
      <dgm:spPr/>
      <dgm:t>
        <a:bodyPr/>
        <a:lstStyle/>
        <a:p>
          <a:pPr rtl="1"/>
          <a:endParaRPr lang="he-IL"/>
        </a:p>
      </dgm:t>
    </dgm:pt>
    <dgm:pt modelId="{FD6787F2-BE4D-4C03-89C3-030ED06C001D}">
      <dgm:prSet phldrT="[טקסט]" custT="1"/>
      <dgm:spPr>
        <a:solidFill>
          <a:schemeClr val="accent5">
            <a:lumMod val="60000"/>
            <a:lumOff val="40000"/>
          </a:schemeClr>
        </a:solidFill>
        <a:scene3d>
          <a:camera prst="orthographicFront"/>
          <a:lightRig rig="threePt" dir="t"/>
        </a:scene3d>
        <a:sp3d>
          <a:bevelT prst="angle"/>
        </a:sp3d>
      </dgm:spPr>
      <dgm:t>
        <a:bodyPr/>
        <a:lstStyle/>
        <a:p>
          <a:pPr rtl="1"/>
          <a:r>
            <a:rPr lang="ar-SA" sz="2100" b="1" dirty="0">
              <a:solidFill>
                <a:schemeClr val="tx2"/>
              </a:solidFill>
            </a:rPr>
            <a:t>وظيفة بحث تطبيقية</a:t>
          </a:r>
        </a:p>
        <a:p>
          <a:pPr rtl="1"/>
          <a:r>
            <a:rPr lang="ar-SA" sz="2000" b="1" dirty="0">
              <a:solidFill>
                <a:schemeClr val="tx2"/>
              </a:solidFill>
            </a:rPr>
            <a:t>(إمكانية)</a:t>
          </a:r>
          <a:endParaRPr lang="he-IL" sz="2000" b="1" dirty="0">
            <a:solidFill>
              <a:schemeClr val="tx2"/>
            </a:solidFill>
          </a:endParaRPr>
        </a:p>
      </dgm:t>
    </dgm:pt>
    <dgm:pt modelId="{89159692-051E-49E1-858E-221DC3F73861}" type="parTrans" cxnId="{0A99D9BA-23EE-447A-B20F-68232539CA71}">
      <dgm:prSet/>
      <dgm:spPr/>
      <dgm:t>
        <a:bodyPr/>
        <a:lstStyle/>
        <a:p>
          <a:pPr rtl="1"/>
          <a:endParaRPr lang="he-IL"/>
        </a:p>
      </dgm:t>
    </dgm:pt>
    <dgm:pt modelId="{623A15DC-7345-4D11-A6C1-CAF2E4245D73}" type="sibTrans" cxnId="{0A99D9BA-23EE-447A-B20F-68232539CA71}">
      <dgm:prSet/>
      <dgm:spPr/>
      <dgm:t>
        <a:bodyPr/>
        <a:lstStyle/>
        <a:p>
          <a:pPr rtl="1"/>
          <a:endParaRPr lang="he-IL"/>
        </a:p>
      </dgm:t>
    </dgm:pt>
    <dgm:pt modelId="{CAF6C196-02B6-4F82-B0D6-8EF2F683E4B8}" type="pres">
      <dgm:prSet presAssocID="{C009177A-17D6-464F-8302-C7EF1684DC15}" presName="Name0" presStyleCnt="0">
        <dgm:presLayoutVars>
          <dgm:chMax val="1"/>
          <dgm:chPref val="1"/>
          <dgm:dir/>
          <dgm:animOne val="branch"/>
          <dgm:animLvl val="lvl"/>
        </dgm:presLayoutVars>
      </dgm:prSet>
      <dgm:spPr/>
    </dgm:pt>
    <dgm:pt modelId="{A7E748DC-0065-4A9D-A8C3-A236D442D177}" type="pres">
      <dgm:prSet presAssocID="{0E86FBDE-FB45-4F45-A874-14D6A3222F0C}" presName="Parent" presStyleLbl="node0" presStyleIdx="0" presStyleCnt="1">
        <dgm:presLayoutVars>
          <dgm:chMax val="6"/>
          <dgm:chPref val="6"/>
        </dgm:presLayoutVars>
      </dgm:prSet>
      <dgm:spPr/>
    </dgm:pt>
    <dgm:pt modelId="{0FD893C0-D836-4366-87BE-BE8DE45A80A9}" type="pres">
      <dgm:prSet presAssocID="{035C1204-28E2-4261-B785-4FE92D9E41F5}" presName="Accent1" presStyleCnt="0"/>
      <dgm:spPr/>
    </dgm:pt>
    <dgm:pt modelId="{F81FD995-CA28-47E9-9167-C3448559CA11}" type="pres">
      <dgm:prSet presAssocID="{035C1204-28E2-4261-B785-4FE92D9E41F5}" presName="Accent" presStyleLbl="bgShp" presStyleIdx="0" presStyleCnt="6"/>
      <dgm:spPr/>
    </dgm:pt>
    <dgm:pt modelId="{FA87A70C-78B8-41AC-9B44-955986AD6965}" type="pres">
      <dgm:prSet presAssocID="{035C1204-28E2-4261-B785-4FE92D9E41F5}" presName="Child1" presStyleLbl="node1" presStyleIdx="0" presStyleCnt="6" custLinFactNeighborX="1451" custLinFactNeighborY="2017">
        <dgm:presLayoutVars>
          <dgm:chMax val="0"/>
          <dgm:chPref val="0"/>
          <dgm:bulletEnabled val="1"/>
        </dgm:presLayoutVars>
      </dgm:prSet>
      <dgm:spPr/>
    </dgm:pt>
    <dgm:pt modelId="{3CE5732D-5BFA-454E-892A-E5137C8ED616}" type="pres">
      <dgm:prSet presAssocID="{9F2D834E-6F20-4260-A7A9-4145B2137DF7}" presName="Accent2" presStyleCnt="0"/>
      <dgm:spPr/>
    </dgm:pt>
    <dgm:pt modelId="{55C4CEBD-985D-463F-8B1C-9548454744C5}" type="pres">
      <dgm:prSet presAssocID="{9F2D834E-6F20-4260-A7A9-4145B2137DF7}" presName="Accent" presStyleLbl="bgShp" presStyleIdx="1" presStyleCnt="6"/>
      <dgm:spPr/>
    </dgm:pt>
    <dgm:pt modelId="{C384CC02-1E90-4E3D-B269-9D27CA8D2E46}" type="pres">
      <dgm:prSet presAssocID="{9F2D834E-6F20-4260-A7A9-4145B2137DF7}" presName="Child2" presStyleLbl="node1" presStyleIdx="1" presStyleCnt="6">
        <dgm:presLayoutVars>
          <dgm:chMax val="0"/>
          <dgm:chPref val="0"/>
          <dgm:bulletEnabled val="1"/>
        </dgm:presLayoutVars>
      </dgm:prSet>
      <dgm:spPr/>
    </dgm:pt>
    <dgm:pt modelId="{229EB657-F5E4-429C-B6DA-BD233AD21D9E}" type="pres">
      <dgm:prSet presAssocID="{F7F5F8BD-E72D-4DBC-BA10-C8679F32944A}" presName="Accent3" presStyleCnt="0"/>
      <dgm:spPr/>
    </dgm:pt>
    <dgm:pt modelId="{BA12DA5F-0571-4603-8676-C70DC618CEA0}" type="pres">
      <dgm:prSet presAssocID="{F7F5F8BD-E72D-4DBC-BA10-C8679F32944A}" presName="Accent" presStyleLbl="bgShp" presStyleIdx="2" presStyleCnt="6"/>
      <dgm:spPr/>
    </dgm:pt>
    <dgm:pt modelId="{9B49ACDC-3665-4B5E-B54C-DF0ECC59D2F1}" type="pres">
      <dgm:prSet presAssocID="{F7F5F8BD-E72D-4DBC-BA10-C8679F32944A}" presName="Child3" presStyleLbl="node1" presStyleIdx="2" presStyleCnt="6">
        <dgm:presLayoutVars>
          <dgm:chMax val="0"/>
          <dgm:chPref val="0"/>
          <dgm:bulletEnabled val="1"/>
        </dgm:presLayoutVars>
      </dgm:prSet>
      <dgm:spPr/>
    </dgm:pt>
    <dgm:pt modelId="{C69F4953-F4C2-413F-B17C-1B48F9C2E03C}" type="pres">
      <dgm:prSet presAssocID="{4C4712E9-8F43-4261-9F53-284EE0947AB2}" presName="Accent4" presStyleCnt="0"/>
      <dgm:spPr/>
    </dgm:pt>
    <dgm:pt modelId="{F5B3E686-F8F7-4B36-9AE7-DE16CE9FA8F5}" type="pres">
      <dgm:prSet presAssocID="{4C4712E9-8F43-4261-9F53-284EE0947AB2}" presName="Accent" presStyleLbl="bgShp" presStyleIdx="3" presStyleCnt="6"/>
      <dgm:spPr/>
    </dgm:pt>
    <dgm:pt modelId="{8C0D46C5-DA12-47E4-BBB2-F4AA96F09DCF}" type="pres">
      <dgm:prSet presAssocID="{4C4712E9-8F43-4261-9F53-284EE0947AB2}" presName="Child4" presStyleLbl="node1" presStyleIdx="3" presStyleCnt="6">
        <dgm:presLayoutVars>
          <dgm:chMax val="0"/>
          <dgm:chPref val="0"/>
          <dgm:bulletEnabled val="1"/>
        </dgm:presLayoutVars>
      </dgm:prSet>
      <dgm:spPr/>
    </dgm:pt>
    <dgm:pt modelId="{A3982D16-C433-4BDA-8EF7-3870FCF8951A}" type="pres">
      <dgm:prSet presAssocID="{37B27895-F35C-42DA-A0E5-EAF10F798D76}" presName="Accent5" presStyleCnt="0"/>
      <dgm:spPr/>
    </dgm:pt>
    <dgm:pt modelId="{6981D4E1-FDB3-4C9F-A55D-D95B948758F1}" type="pres">
      <dgm:prSet presAssocID="{37B27895-F35C-42DA-A0E5-EAF10F798D76}" presName="Accent" presStyleLbl="bgShp" presStyleIdx="4" presStyleCnt="6"/>
      <dgm:spPr/>
    </dgm:pt>
    <dgm:pt modelId="{7C4B0D1D-8E63-4FC2-8640-FE776A4B936B}" type="pres">
      <dgm:prSet presAssocID="{37B27895-F35C-42DA-A0E5-EAF10F798D76}" presName="Child5" presStyleLbl="node1" presStyleIdx="4" presStyleCnt="6">
        <dgm:presLayoutVars>
          <dgm:chMax val="0"/>
          <dgm:chPref val="0"/>
          <dgm:bulletEnabled val="1"/>
        </dgm:presLayoutVars>
      </dgm:prSet>
      <dgm:spPr/>
    </dgm:pt>
    <dgm:pt modelId="{F79060C6-8A68-4CAD-93AA-49D9EB31E135}" type="pres">
      <dgm:prSet presAssocID="{FD6787F2-BE4D-4C03-89C3-030ED06C001D}" presName="Accent6" presStyleCnt="0"/>
      <dgm:spPr/>
    </dgm:pt>
    <dgm:pt modelId="{D11C258E-58C5-4C80-9E13-51B809C64D2E}" type="pres">
      <dgm:prSet presAssocID="{FD6787F2-BE4D-4C03-89C3-030ED06C001D}" presName="Accent" presStyleLbl="bgShp" presStyleIdx="5" presStyleCnt="6"/>
      <dgm:spPr/>
    </dgm:pt>
    <dgm:pt modelId="{2C98587D-5C1B-4F01-BE42-004977776EF4}" type="pres">
      <dgm:prSet presAssocID="{FD6787F2-BE4D-4C03-89C3-030ED06C001D}" presName="Child6" presStyleLbl="node1" presStyleIdx="5" presStyleCnt="6">
        <dgm:presLayoutVars>
          <dgm:chMax val="0"/>
          <dgm:chPref val="0"/>
          <dgm:bulletEnabled val="1"/>
        </dgm:presLayoutVars>
      </dgm:prSet>
      <dgm:spPr/>
    </dgm:pt>
  </dgm:ptLst>
  <dgm:cxnLst>
    <dgm:cxn modelId="{EB715E07-2CFC-453C-9B99-EBBD2592918C}" srcId="{0E86FBDE-FB45-4F45-A874-14D6A3222F0C}" destId="{9F2D834E-6F20-4260-A7A9-4145B2137DF7}" srcOrd="1" destOrd="0" parTransId="{A09602B5-FC79-4EB8-85A0-2C459DE33B24}" sibTransId="{F6D06278-A721-4510-9CB5-29C1764650B0}"/>
    <dgm:cxn modelId="{FFFF061D-E488-4037-A3AF-555ECD184B77}" type="presOf" srcId="{37B27895-F35C-42DA-A0E5-EAF10F798D76}" destId="{7C4B0D1D-8E63-4FC2-8640-FE776A4B936B}" srcOrd="0" destOrd="0" presId="urn:microsoft.com/office/officeart/2011/layout/HexagonRadial"/>
    <dgm:cxn modelId="{4B03FD23-DBEF-4E75-9308-C8DBE6292270}" type="presOf" srcId="{4C4712E9-8F43-4261-9F53-284EE0947AB2}" destId="{8C0D46C5-DA12-47E4-BBB2-F4AA96F09DCF}" srcOrd="0" destOrd="0" presId="urn:microsoft.com/office/officeart/2011/layout/HexagonRadial"/>
    <dgm:cxn modelId="{492F132A-9C46-4AA2-B8E9-7969D94DD523}" type="presOf" srcId="{0E86FBDE-FB45-4F45-A874-14D6A3222F0C}" destId="{A7E748DC-0065-4A9D-A8C3-A236D442D177}" srcOrd="0" destOrd="0" presId="urn:microsoft.com/office/officeart/2011/layout/HexagonRadial"/>
    <dgm:cxn modelId="{539BF043-39CA-4F4B-AC79-2F50BFF2AEAD}" type="presOf" srcId="{9F2D834E-6F20-4260-A7A9-4145B2137DF7}" destId="{C384CC02-1E90-4E3D-B269-9D27CA8D2E46}" srcOrd="0" destOrd="0" presId="urn:microsoft.com/office/officeart/2011/layout/HexagonRadial"/>
    <dgm:cxn modelId="{B6C19A44-40DA-40F0-9B93-2F079C231B74}" srcId="{0E86FBDE-FB45-4F45-A874-14D6A3222F0C}" destId="{F7F5F8BD-E72D-4DBC-BA10-C8679F32944A}" srcOrd="2" destOrd="0" parTransId="{3D6BAE50-B9F8-4E8E-A44D-A797F228C71E}" sibTransId="{DDF71B27-2381-48CC-B88C-CB1EE8455D7B}"/>
    <dgm:cxn modelId="{4FC53158-1FCB-4720-BC60-43306BEEB192}" type="presOf" srcId="{C009177A-17D6-464F-8302-C7EF1684DC15}" destId="{CAF6C196-02B6-4F82-B0D6-8EF2F683E4B8}" srcOrd="0" destOrd="0" presId="urn:microsoft.com/office/officeart/2011/layout/HexagonRadial"/>
    <dgm:cxn modelId="{D70FC97E-A18B-4650-A369-533FD134CAE0}" type="presOf" srcId="{F7F5F8BD-E72D-4DBC-BA10-C8679F32944A}" destId="{9B49ACDC-3665-4B5E-B54C-DF0ECC59D2F1}" srcOrd="0" destOrd="0" presId="urn:microsoft.com/office/officeart/2011/layout/HexagonRadial"/>
    <dgm:cxn modelId="{A715B780-7CE3-4A89-9187-DCF033447826}" srcId="{C009177A-17D6-464F-8302-C7EF1684DC15}" destId="{0E86FBDE-FB45-4F45-A874-14D6A3222F0C}" srcOrd="0" destOrd="0" parTransId="{3B14C64B-2D07-431C-A374-2EEA4216641B}" sibTransId="{C3DD1116-8135-4DEE-BDF3-4ACB6EF10A9A}"/>
    <dgm:cxn modelId="{19736F96-87D2-4547-83FB-4D2BC62514AC}" srcId="{0E86FBDE-FB45-4F45-A874-14D6A3222F0C}" destId="{035C1204-28E2-4261-B785-4FE92D9E41F5}" srcOrd="0" destOrd="0" parTransId="{3764EAE1-0FA8-4CD0-BC08-7E55A50B0377}" sibTransId="{D3ED2D99-CCE2-4FB0-B015-FBB95A897C83}"/>
    <dgm:cxn modelId="{35916898-C632-4169-A270-2568B11E2999}" srcId="{0E86FBDE-FB45-4F45-A874-14D6A3222F0C}" destId="{4C4712E9-8F43-4261-9F53-284EE0947AB2}" srcOrd="3" destOrd="0" parTransId="{D873D2E9-2258-4130-8CC8-988E9DAFD136}" sibTransId="{1027D332-FEC6-4B14-9755-29C0639B3062}"/>
    <dgm:cxn modelId="{B94BD7BA-F211-4FB7-B182-8A01BF2D67F0}" srcId="{0E86FBDE-FB45-4F45-A874-14D6A3222F0C}" destId="{37B27895-F35C-42DA-A0E5-EAF10F798D76}" srcOrd="4" destOrd="0" parTransId="{19D063B1-D0BC-46B8-B6A7-9E1C55946243}" sibTransId="{61E7E726-DAD7-451B-89FC-E7982979BAEA}"/>
    <dgm:cxn modelId="{0A99D9BA-23EE-447A-B20F-68232539CA71}" srcId="{0E86FBDE-FB45-4F45-A874-14D6A3222F0C}" destId="{FD6787F2-BE4D-4C03-89C3-030ED06C001D}" srcOrd="5" destOrd="0" parTransId="{89159692-051E-49E1-858E-221DC3F73861}" sibTransId="{623A15DC-7345-4D11-A6C1-CAF2E4245D73}"/>
    <dgm:cxn modelId="{25DDD9C6-7AE7-47E5-9A46-49EE6B0D59B8}" type="presOf" srcId="{035C1204-28E2-4261-B785-4FE92D9E41F5}" destId="{FA87A70C-78B8-41AC-9B44-955986AD6965}" srcOrd="0" destOrd="0" presId="urn:microsoft.com/office/officeart/2011/layout/HexagonRadial"/>
    <dgm:cxn modelId="{082AF4F7-45AD-4764-BF02-CD02DB7927E2}" type="presOf" srcId="{FD6787F2-BE4D-4C03-89C3-030ED06C001D}" destId="{2C98587D-5C1B-4F01-BE42-004977776EF4}" srcOrd="0" destOrd="0" presId="urn:microsoft.com/office/officeart/2011/layout/HexagonRadial"/>
    <dgm:cxn modelId="{0B8310E9-036A-4741-918E-5CDE8BE784AF}" type="presParOf" srcId="{CAF6C196-02B6-4F82-B0D6-8EF2F683E4B8}" destId="{A7E748DC-0065-4A9D-A8C3-A236D442D177}" srcOrd="0" destOrd="0" presId="urn:microsoft.com/office/officeart/2011/layout/HexagonRadial"/>
    <dgm:cxn modelId="{072915CC-02E9-49E6-8F2A-268479F668E4}" type="presParOf" srcId="{CAF6C196-02B6-4F82-B0D6-8EF2F683E4B8}" destId="{0FD893C0-D836-4366-87BE-BE8DE45A80A9}" srcOrd="1" destOrd="0" presId="urn:microsoft.com/office/officeart/2011/layout/HexagonRadial"/>
    <dgm:cxn modelId="{F5BCD0E5-78A8-48F2-9CD0-2B4E0234BA75}" type="presParOf" srcId="{0FD893C0-D836-4366-87BE-BE8DE45A80A9}" destId="{F81FD995-CA28-47E9-9167-C3448559CA11}" srcOrd="0" destOrd="0" presId="urn:microsoft.com/office/officeart/2011/layout/HexagonRadial"/>
    <dgm:cxn modelId="{21D57BEC-F8FF-479D-B931-7E18F25FE97E}" type="presParOf" srcId="{CAF6C196-02B6-4F82-B0D6-8EF2F683E4B8}" destId="{FA87A70C-78B8-41AC-9B44-955986AD6965}" srcOrd="2" destOrd="0" presId="urn:microsoft.com/office/officeart/2011/layout/HexagonRadial"/>
    <dgm:cxn modelId="{5FCC90C0-36A7-4476-9695-6901A0430F4D}" type="presParOf" srcId="{CAF6C196-02B6-4F82-B0D6-8EF2F683E4B8}" destId="{3CE5732D-5BFA-454E-892A-E5137C8ED616}" srcOrd="3" destOrd="0" presId="urn:microsoft.com/office/officeart/2011/layout/HexagonRadial"/>
    <dgm:cxn modelId="{F95F8F92-3AFD-4FFA-9E58-0D4A1C6AC533}" type="presParOf" srcId="{3CE5732D-5BFA-454E-892A-E5137C8ED616}" destId="{55C4CEBD-985D-463F-8B1C-9548454744C5}" srcOrd="0" destOrd="0" presId="urn:microsoft.com/office/officeart/2011/layout/HexagonRadial"/>
    <dgm:cxn modelId="{77341196-40E2-4852-874D-3F3B29BEDD68}" type="presParOf" srcId="{CAF6C196-02B6-4F82-B0D6-8EF2F683E4B8}" destId="{C384CC02-1E90-4E3D-B269-9D27CA8D2E46}" srcOrd="4" destOrd="0" presId="urn:microsoft.com/office/officeart/2011/layout/HexagonRadial"/>
    <dgm:cxn modelId="{012110EA-C8E8-42DF-86E5-273802E5ECB4}" type="presParOf" srcId="{CAF6C196-02B6-4F82-B0D6-8EF2F683E4B8}" destId="{229EB657-F5E4-429C-B6DA-BD233AD21D9E}" srcOrd="5" destOrd="0" presId="urn:microsoft.com/office/officeart/2011/layout/HexagonRadial"/>
    <dgm:cxn modelId="{FECA4E85-0602-4244-B80C-B608D2031F49}" type="presParOf" srcId="{229EB657-F5E4-429C-B6DA-BD233AD21D9E}" destId="{BA12DA5F-0571-4603-8676-C70DC618CEA0}" srcOrd="0" destOrd="0" presId="urn:microsoft.com/office/officeart/2011/layout/HexagonRadial"/>
    <dgm:cxn modelId="{8E8D6FF0-4D17-4496-971D-19A2E7BA6018}" type="presParOf" srcId="{CAF6C196-02B6-4F82-B0D6-8EF2F683E4B8}" destId="{9B49ACDC-3665-4B5E-B54C-DF0ECC59D2F1}" srcOrd="6" destOrd="0" presId="urn:microsoft.com/office/officeart/2011/layout/HexagonRadial"/>
    <dgm:cxn modelId="{F3231A9E-ADF3-4FAA-867E-19EEDC3166BF}" type="presParOf" srcId="{CAF6C196-02B6-4F82-B0D6-8EF2F683E4B8}" destId="{C69F4953-F4C2-413F-B17C-1B48F9C2E03C}" srcOrd="7" destOrd="0" presId="urn:microsoft.com/office/officeart/2011/layout/HexagonRadial"/>
    <dgm:cxn modelId="{D5E2CE11-1A57-4FFE-954D-6A4BD70AC55C}" type="presParOf" srcId="{C69F4953-F4C2-413F-B17C-1B48F9C2E03C}" destId="{F5B3E686-F8F7-4B36-9AE7-DE16CE9FA8F5}" srcOrd="0" destOrd="0" presId="urn:microsoft.com/office/officeart/2011/layout/HexagonRadial"/>
    <dgm:cxn modelId="{341A065A-CAFF-4ED1-B620-16FD6C4965AA}" type="presParOf" srcId="{CAF6C196-02B6-4F82-B0D6-8EF2F683E4B8}" destId="{8C0D46C5-DA12-47E4-BBB2-F4AA96F09DCF}" srcOrd="8" destOrd="0" presId="urn:microsoft.com/office/officeart/2011/layout/HexagonRadial"/>
    <dgm:cxn modelId="{FE51533A-CF36-4FB6-A15B-C465B79ADF31}" type="presParOf" srcId="{CAF6C196-02B6-4F82-B0D6-8EF2F683E4B8}" destId="{A3982D16-C433-4BDA-8EF7-3870FCF8951A}" srcOrd="9" destOrd="0" presId="urn:microsoft.com/office/officeart/2011/layout/HexagonRadial"/>
    <dgm:cxn modelId="{64D1B8D0-5534-4115-BF79-970B05CE1AE3}" type="presParOf" srcId="{A3982D16-C433-4BDA-8EF7-3870FCF8951A}" destId="{6981D4E1-FDB3-4C9F-A55D-D95B948758F1}" srcOrd="0" destOrd="0" presId="urn:microsoft.com/office/officeart/2011/layout/HexagonRadial"/>
    <dgm:cxn modelId="{1C63F589-3A0A-429C-84CB-5A87BA1409CF}" type="presParOf" srcId="{CAF6C196-02B6-4F82-B0D6-8EF2F683E4B8}" destId="{7C4B0D1D-8E63-4FC2-8640-FE776A4B936B}" srcOrd="10" destOrd="0" presId="urn:microsoft.com/office/officeart/2011/layout/HexagonRadial"/>
    <dgm:cxn modelId="{581856CD-412A-4450-A9DB-8C79630A4DDF}" type="presParOf" srcId="{CAF6C196-02B6-4F82-B0D6-8EF2F683E4B8}" destId="{F79060C6-8A68-4CAD-93AA-49D9EB31E135}" srcOrd="11" destOrd="0" presId="urn:microsoft.com/office/officeart/2011/layout/HexagonRadial"/>
    <dgm:cxn modelId="{036BA2F7-7C53-43E1-93B5-F71AFE529FD3}" type="presParOf" srcId="{F79060C6-8A68-4CAD-93AA-49D9EB31E135}" destId="{D11C258E-58C5-4C80-9E13-51B809C64D2E}" srcOrd="0" destOrd="0" presId="urn:microsoft.com/office/officeart/2011/layout/HexagonRadial"/>
    <dgm:cxn modelId="{47FC77D4-FE3A-420E-8B8C-DD52E6BF98DC}" type="presParOf" srcId="{CAF6C196-02B6-4F82-B0D6-8EF2F683E4B8}" destId="{2C98587D-5C1B-4F01-BE42-004977776EF4}"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09177A-17D6-464F-8302-C7EF1684DC15}"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pPr rtl="1"/>
          <a:endParaRPr lang="he-IL"/>
        </a:p>
      </dgm:t>
    </dgm:pt>
    <dgm:pt modelId="{0E86FBDE-FB45-4F45-A874-14D6A3222F0C}">
      <dgm:prSet phldrT="[טקסט]" custT="1"/>
      <dgm:spPr>
        <a:solidFill>
          <a:schemeClr val="tx2"/>
        </a:solidFill>
        <a:scene3d>
          <a:camera prst="orthographicFront"/>
          <a:lightRig rig="threePt" dir="t"/>
        </a:scene3d>
        <a:sp3d>
          <a:bevelT prst="angle"/>
        </a:sp3d>
      </dgm:spPr>
      <dgm:t>
        <a:bodyPr/>
        <a:lstStyle/>
        <a:p>
          <a:pPr rtl="1"/>
          <a:r>
            <a:rPr lang="ar-SA" sz="2400" b="1" dirty="0">
              <a:solidFill>
                <a:schemeClr val="bg1"/>
              </a:solidFill>
            </a:rPr>
            <a:t>تقييم الطالب </a:t>
          </a:r>
          <a:endParaRPr lang="he-IL" sz="2400" b="1" dirty="0">
            <a:solidFill>
              <a:schemeClr val="bg1"/>
            </a:solidFill>
          </a:endParaRPr>
        </a:p>
      </dgm:t>
    </dgm:pt>
    <dgm:pt modelId="{3B14C64B-2D07-431C-A374-2EEA4216641B}" type="parTrans" cxnId="{A715B780-7CE3-4A89-9187-DCF033447826}">
      <dgm:prSet/>
      <dgm:spPr/>
      <dgm:t>
        <a:bodyPr/>
        <a:lstStyle/>
        <a:p>
          <a:pPr rtl="1"/>
          <a:endParaRPr lang="he-IL"/>
        </a:p>
      </dgm:t>
    </dgm:pt>
    <dgm:pt modelId="{C3DD1116-8135-4DEE-BDF3-4ACB6EF10A9A}" type="sibTrans" cxnId="{A715B780-7CE3-4A89-9187-DCF033447826}">
      <dgm:prSet/>
      <dgm:spPr/>
      <dgm:t>
        <a:bodyPr/>
        <a:lstStyle/>
        <a:p>
          <a:pPr rtl="1"/>
          <a:endParaRPr lang="he-IL"/>
        </a:p>
      </dgm:t>
    </dgm:pt>
    <dgm:pt modelId="{035C1204-28E2-4261-B785-4FE92D9E41F5}">
      <dgm:prSet phldrT="[טקסט]"/>
      <dgm:spPr>
        <a:solidFill>
          <a:schemeClr val="accent6">
            <a:lumMod val="60000"/>
            <a:lumOff val="40000"/>
          </a:schemeClr>
        </a:solidFill>
        <a:scene3d>
          <a:camera prst="orthographicFront"/>
          <a:lightRig rig="threePt" dir="t"/>
        </a:scene3d>
        <a:sp3d>
          <a:bevelT prst="angle"/>
        </a:sp3d>
      </dgm:spPr>
      <dgm:t>
        <a:bodyPr/>
        <a:lstStyle/>
        <a:p>
          <a:pPr rtl="1"/>
          <a:r>
            <a:rPr lang="ar-SA" b="1" dirty="0">
              <a:solidFill>
                <a:schemeClr val="tx2"/>
              </a:solidFill>
            </a:rPr>
            <a:t>حضور معيار الزامي </a:t>
          </a:r>
          <a:endParaRPr lang="he-IL" b="1" dirty="0">
            <a:solidFill>
              <a:schemeClr val="tx2"/>
            </a:solidFill>
          </a:endParaRPr>
        </a:p>
      </dgm:t>
    </dgm:pt>
    <dgm:pt modelId="{3764EAE1-0FA8-4CD0-BC08-7E55A50B0377}" type="parTrans" cxnId="{19736F96-87D2-4547-83FB-4D2BC62514AC}">
      <dgm:prSet/>
      <dgm:spPr/>
      <dgm:t>
        <a:bodyPr/>
        <a:lstStyle/>
        <a:p>
          <a:pPr rtl="1"/>
          <a:endParaRPr lang="he-IL"/>
        </a:p>
      </dgm:t>
    </dgm:pt>
    <dgm:pt modelId="{D3ED2D99-CCE2-4FB0-B015-FBB95A897C83}" type="sibTrans" cxnId="{19736F96-87D2-4547-83FB-4D2BC62514AC}">
      <dgm:prSet/>
      <dgm:spPr/>
      <dgm:t>
        <a:bodyPr/>
        <a:lstStyle/>
        <a:p>
          <a:pPr rtl="1"/>
          <a:endParaRPr lang="he-IL"/>
        </a:p>
      </dgm:t>
    </dgm:pt>
    <dgm:pt modelId="{9F2D834E-6F20-4260-A7A9-4145B2137DF7}">
      <dgm:prSet phldrT="[טקסט]"/>
      <dgm:spPr>
        <a:solidFill>
          <a:schemeClr val="tx2">
            <a:lumMod val="40000"/>
            <a:lumOff val="60000"/>
          </a:schemeClr>
        </a:solidFill>
        <a:scene3d>
          <a:camera prst="orthographicFront"/>
          <a:lightRig rig="threePt" dir="t"/>
        </a:scene3d>
        <a:sp3d>
          <a:bevelT prst="angle"/>
        </a:sp3d>
      </dgm:spPr>
      <dgm:t>
        <a:bodyPr/>
        <a:lstStyle/>
        <a:p>
          <a:pPr rtl="1"/>
          <a:r>
            <a:rPr lang="ar-SA" b="1" dirty="0">
              <a:solidFill>
                <a:schemeClr val="tx2"/>
              </a:solidFill>
            </a:rPr>
            <a:t>مواظبة </a:t>
          </a:r>
          <a:endParaRPr lang="he-IL" b="1" dirty="0">
            <a:solidFill>
              <a:schemeClr val="tx2"/>
            </a:solidFill>
          </a:endParaRPr>
        </a:p>
      </dgm:t>
    </dgm:pt>
    <dgm:pt modelId="{A09602B5-FC79-4EB8-85A0-2C459DE33B24}" type="parTrans" cxnId="{EB715E07-2CFC-453C-9B99-EBBD2592918C}">
      <dgm:prSet/>
      <dgm:spPr/>
      <dgm:t>
        <a:bodyPr/>
        <a:lstStyle/>
        <a:p>
          <a:pPr rtl="1"/>
          <a:endParaRPr lang="he-IL"/>
        </a:p>
      </dgm:t>
    </dgm:pt>
    <dgm:pt modelId="{F6D06278-A721-4510-9CB5-29C1764650B0}" type="sibTrans" cxnId="{EB715E07-2CFC-453C-9B99-EBBD2592918C}">
      <dgm:prSet/>
      <dgm:spPr/>
      <dgm:t>
        <a:bodyPr/>
        <a:lstStyle/>
        <a:p>
          <a:pPr rtl="1"/>
          <a:endParaRPr lang="he-IL"/>
        </a:p>
      </dgm:t>
    </dgm:pt>
    <dgm:pt modelId="{F7F5F8BD-E72D-4DBC-BA10-C8679F32944A}">
      <dgm:prSet phldrT="[טקסט]" custT="1"/>
      <dgm:spPr>
        <a:solidFill>
          <a:schemeClr val="accent4">
            <a:lumMod val="60000"/>
            <a:lumOff val="40000"/>
          </a:schemeClr>
        </a:solidFill>
        <a:scene3d>
          <a:camera prst="orthographicFront"/>
          <a:lightRig rig="threePt" dir="t"/>
        </a:scene3d>
        <a:sp3d>
          <a:bevelT prst="angle"/>
        </a:sp3d>
      </dgm:spPr>
      <dgm:t>
        <a:bodyPr/>
        <a:lstStyle/>
        <a:p>
          <a:pPr rtl="1"/>
          <a:r>
            <a:rPr lang="ar-SA" sz="1600" b="1" u="sng" dirty="0">
              <a:solidFill>
                <a:schemeClr val="tx2"/>
              </a:solidFill>
            </a:rPr>
            <a:t>جودة التنفيذ </a:t>
          </a:r>
          <a:r>
            <a:rPr lang="ar-SA" sz="1600" b="1" dirty="0">
              <a:solidFill>
                <a:schemeClr val="tx2"/>
              </a:solidFill>
            </a:rPr>
            <a:t>مبادرة والتواصل على الوجه  الأمثل </a:t>
          </a:r>
          <a:endParaRPr lang="he-IL" sz="1600" b="1" dirty="0">
            <a:solidFill>
              <a:schemeClr val="tx2"/>
            </a:solidFill>
          </a:endParaRPr>
        </a:p>
      </dgm:t>
    </dgm:pt>
    <dgm:pt modelId="{3D6BAE50-B9F8-4E8E-A44D-A797F228C71E}" type="parTrans" cxnId="{B6C19A44-40DA-40F0-9B93-2F079C231B74}">
      <dgm:prSet/>
      <dgm:spPr/>
      <dgm:t>
        <a:bodyPr/>
        <a:lstStyle/>
        <a:p>
          <a:pPr rtl="1"/>
          <a:endParaRPr lang="he-IL"/>
        </a:p>
      </dgm:t>
    </dgm:pt>
    <dgm:pt modelId="{DDF71B27-2381-48CC-B88C-CB1EE8455D7B}" type="sibTrans" cxnId="{B6C19A44-40DA-40F0-9B93-2F079C231B74}">
      <dgm:prSet/>
      <dgm:spPr/>
      <dgm:t>
        <a:bodyPr/>
        <a:lstStyle/>
        <a:p>
          <a:pPr rtl="1"/>
          <a:endParaRPr lang="he-IL"/>
        </a:p>
      </dgm:t>
    </dgm:pt>
    <dgm:pt modelId="{4C4712E9-8F43-4261-9F53-284EE0947AB2}">
      <dgm:prSet phldrT="[טקסט]"/>
      <dgm:spPr>
        <a:solidFill>
          <a:srgbClr val="B8AF82"/>
        </a:solidFill>
        <a:scene3d>
          <a:camera prst="orthographicFront"/>
          <a:lightRig rig="threePt" dir="t"/>
        </a:scene3d>
        <a:sp3d>
          <a:bevelT prst="angle"/>
        </a:sp3d>
      </dgm:spPr>
      <dgm:t>
        <a:bodyPr/>
        <a:lstStyle/>
        <a:p>
          <a:pPr rtl="1"/>
          <a:r>
            <a:rPr lang="ar-SA" b="1" dirty="0">
              <a:solidFill>
                <a:schemeClr val="tx2"/>
              </a:solidFill>
            </a:rPr>
            <a:t>الاشتراك في التأهيل </a:t>
          </a:r>
          <a:endParaRPr lang="he-IL" b="1" dirty="0">
            <a:solidFill>
              <a:schemeClr val="tx2"/>
            </a:solidFill>
          </a:endParaRPr>
        </a:p>
      </dgm:t>
    </dgm:pt>
    <dgm:pt modelId="{D873D2E9-2258-4130-8CC8-988E9DAFD136}" type="parTrans" cxnId="{35916898-C632-4169-A270-2568B11E2999}">
      <dgm:prSet/>
      <dgm:spPr/>
      <dgm:t>
        <a:bodyPr/>
        <a:lstStyle/>
        <a:p>
          <a:pPr rtl="1"/>
          <a:endParaRPr lang="he-IL"/>
        </a:p>
      </dgm:t>
    </dgm:pt>
    <dgm:pt modelId="{1027D332-FEC6-4B14-9755-29C0639B3062}" type="sibTrans" cxnId="{35916898-C632-4169-A270-2568B11E2999}">
      <dgm:prSet/>
      <dgm:spPr/>
      <dgm:t>
        <a:bodyPr/>
        <a:lstStyle/>
        <a:p>
          <a:pPr rtl="1"/>
          <a:endParaRPr lang="he-IL"/>
        </a:p>
      </dgm:t>
    </dgm:pt>
    <dgm:pt modelId="{37B27895-F35C-42DA-A0E5-EAF10F798D76}">
      <dgm:prSet phldrT="[טקסט]" custT="1"/>
      <dgm:spPr>
        <a:solidFill>
          <a:schemeClr val="accent2">
            <a:lumMod val="60000"/>
            <a:lumOff val="40000"/>
          </a:schemeClr>
        </a:solidFill>
        <a:scene3d>
          <a:camera prst="orthographicFront"/>
          <a:lightRig rig="threePt" dir="t"/>
        </a:scene3d>
        <a:sp3d>
          <a:bevelT prst="angle"/>
        </a:sp3d>
      </dgm:spPr>
      <dgm:t>
        <a:bodyPr/>
        <a:lstStyle/>
        <a:p>
          <a:pPr rtl="1"/>
          <a:r>
            <a:rPr lang="ar-SA" sz="1600" b="1" dirty="0">
              <a:solidFill>
                <a:schemeClr val="tx2"/>
              </a:solidFill>
            </a:rPr>
            <a:t>وظيفة تلخيصية واسترجاع ذهني (في نهاية كل سنة) </a:t>
          </a:r>
          <a:endParaRPr lang="he-IL" sz="1600" b="1" dirty="0">
            <a:solidFill>
              <a:schemeClr val="tx2"/>
            </a:solidFill>
          </a:endParaRPr>
        </a:p>
      </dgm:t>
    </dgm:pt>
    <dgm:pt modelId="{19D063B1-D0BC-46B8-B6A7-9E1C55946243}" type="parTrans" cxnId="{B94BD7BA-F211-4FB7-B182-8A01BF2D67F0}">
      <dgm:prSet/>
      <dgm:spPr/>
      <dgm:t>
        <a:bodyPr/>
        <a:lstStyle/>
        <a:p>
          <a:pPr rtl="1"/>
          <a:endParaRPr lang="he-IL"/>
        </a:p>
      </dgm:t>
    </dgm:pt>
    <dgm:pt modelId="{61E7E726-DAD7-451B-89FC-E7982979BAEA}" type="sibTrans" cxnId="{B94BD7BA-F211-4FB7-B182-8A01BF2D67F0}">
      <dgm:prSet/>
      <dgm:spPr/>
      <dgm:t>
        <a:bodyPr/>
        <a:lstStyle/>
        <a:p>
          <a:pPr rtl="1"/>
          <a:endParaRPr lang="he-IL"/>
        </a:p>
      </dgm:t>
    </dgm:pt>
    <dgm:pt modelId="{FD6787F2-BE4D-4C03-89C3-030ED06C001D}">
      <dgm:prSet phldrT="[טקסט]"/>
      <dgm:spPr>
        <a:solidFill>
          <a:schemeClr val="accent5">
            <a:lumMod val="60000"/>
            <a:lumOff val="40000"/>
          </a:schemeClr>
        </a:solidFill>
        <a:scene3d>
          <a:camera prst="orthographicFront"/>
          <a:lightRig rig="threePt" dir="t"/>
        </a:scene3d>
        <a:sp3d>
          <a:bevelT prst="angle"/>
        </a:sp3d>
      </dgm:spPr>
      <dgm:t>
        <a:bodyPr/>
        <a:lstStyle/>
        <a:p>
          <a:pPr rtl="1"/>
          <a:r>
            <a:rPr lang="ar-SA" b="1" dirty="0">
              <a:solidFill>
                <a:schemeClr val="tx2"/>
              </a:solidFill>
            </a:rPr>
            <a:t>وظيفة بحث تطبيقية </a:t>
          </a:r>
          <a:r>
            <a:rPr lang="he-IL" b="1" dirty="0">
              <a:solidFill>
                <a:schemeClr val="tx2"/>
              </a:solidFill>
            </a:rPr>
            <a:t>(</a:t>
          </a:r>
          <a:r>
            <a:rPr lang="ar-SA" b="1" dirty="0">
              <a:solidFill>
                <a:schemeClr val="tx2"/>
              </a:solidFill>
            </a:rPr>
            <a:t>إمكانية </a:t>
          </a:r>
          <a:r>
            <a:rPr lang="he-IL" b="1" dirty="0">
              <a:solidFill>
                <a:schemeClr val="tx2"/>
              </a:solidFill>
            </a:rPr>
            <a:t>)</a:t>
          </a:r>
        </a:p>
      </dgm:t>
    </dgm:pt>
    <dgm:pt modelId="{89159692-051E-49E1-858E-221DC3F73861}" type="parTrans" cxnId="{0A99D9BA-23EE-447A-B20F-68232539CA71}">
      <dgm:prSet/>
      <dgm:spPr/>
      <dgm:t>
        <a:bodyPr/>
        <a:lstStyle/>
        <a:p>
          <a:pPr rtl="1"/>
          <a:endParaRPr lang="he-IL"/>
        </a:p>
      </dgm:t>
    </dgm:pt>
    <dgm:pt modelId="{623A15DC-7345-4D11-A6C1-CAF2E4245D73}" type="sibTrans" cxnId="{0A99D9BA-23EE-447A-B20F-68232539CA71}">
      <dgm:prSet/>
      <dgm:spPr/>
      <dgm:t>
        <a:bodyPr/>
        <a:lstStyle/>
        <a:p>
          <a:pPr rtl="1"/>
          <a:endParaRPr lang="he-IL"/>
        </a:p>
      </dgm:t>
    </dgm:pt>
    <dgm:pt modelId="{CAF6C196-02B6-4F82-B0D6-8EF2F683E4B8}" type="pres">
      <dgm:prSet presAssocID="{C009177A-17D6-464F-8302-C7EF1684DC15}" presName="Name0" presStyleCnt="0">
        <dgm:presLayoutVars>
          <dgm:chMax val="1"/>
          <dgm:chPref val="1"/>
          <dgm:dir/>
          <dgm:animOne val="branch"/>
          <dgm:animLvl val="lvl"/>
        </dgm:presLayoutVars>
      </dgm:prSet>
      <dgm:spPr/>
    </dgm:pt>
    <dgm:pt modelId="{A7E748DC-0065-4A9D-A8C3-A236D442D177}" type="pres">
      <dgm:prSet presAssocID="{0E86FBDE-FB45-4F45-A874-14D6A3222F0C}" presName="Parent" presStyleLbl="node0" presStyleIdx="0" presStyleCnt="1">
        <dgm:presLayoutVars>
          <dgm:chMax val="6"/>
          <dgm:chPref val="6"/>
        </dgm:presLayoutVars>
      </dgm:prSet>
      <dgm:spPr/>
    </dgm:pt>
    <dgm:pt modelId="{0FD893C0-D836-4366-87BE-BE8DE45A80A9}" type="pres">
      <dgm:prSet presAssocID="{035C1204-28E2-4261-B785-4FE92D9E41F5}" presName="Accent1" presStyleCnt="0"/>
      <dgm:spPr/>
    </dgm:pt>
    <dgm:pt modelId="{F81FD995-CA28-47E9-9167-C3448559CA11}" type="pres">
      <dgm:prSet presAssocID="{035C1204-28E2-4261-B785-4FE92D9E41F5}" presName="Accent" presStyleLbl="bgShp" presStyleIdx="0" presStyleCnt="6"/>
      <dgm:spPr/>
    </dgm:pt>
    <dgm:pt modelId="{FA87A70C-78B8-41AC-9B44-955986AD6965}" type="pres">
      <dgm:prSet presAssocID="{035C1204-28E2-4261-B785-4FE92D9E41F5}" presName="Child1" presStyleLbl="node1" presStyleIdx="0" presStyleCnt="6" custLinFactNeighborX="1451" custLinFactNeighborY="2017">
        <dgm:presLayoutVars>
          <dgm:chMax val="0"/>
          <dgm:chPref val="0"/>
          <dgm:bulletEnabled val="1"/>
        </dgm:presLayoutVars>
      </dgm:prSet>
      <dgm:spPr/>
    </dgm:pt>
    <dgm:pt modelId="{3CE5732D-5BFA-454E-892A-E5137C8ED616}" type="pres">
      <dgm:prSet presAssocID="{9F2D834E-6F20-4260-A7A9-4145B2137DF7}" presName="Accent2" presStyleCnt="0"/>
      <dgm:spPr/>
    </dgm:pt>
    <dgm:pt modelId="{55C4CEBD-985D-463F-8B1C-9548454744C5}" type="pres">
      <dgm:prSet presAssocID="{9F2D834E-6F20-4260-A7A9-4145B2137DF7}" presName="Accent" presStyleLbl="bgShp" presStyleIdx="1" presStyleCnt="6"/>
      <dgm:spPr/>
    </dgm:pt>
    <dgm:pt modelId="{C384CC02-1E90-4E3D-B269-9D27CA8D2E46}" type="pres">
      <dgm:prSet presAssocID="{9F2D834E-6F20-4260-A7A9-4145B2137DF7}" presName="Child2" presStyleLbl="node1" presStyleIdx="1" presStyleCnt="6">
        <dgm:presLayoutVars>
          <dgm:chMax val="0"/>
          <dgm:chPref val="0"/>
          <dgm:bulletEnabled val="1"/>
        </dgm:presLayoutVars>
      </dgm:prSet>
      <dgm:spPr/>
    </dgm:pt>
    <dgm:pt modelId="{229EB657-F5E4-429C-B6DA-BD233AD21D9E}" type="pres">
      <dgm:prSet presAssocID="{F7F5F8BD-E72D-4DBC-BA10-C8679F32944A}" presName="Accent3" presStyleCnt="0"/>
      <dgm:spPr/>
    </dgm:pt>
    <dgm:pt modelId="{BA12DA5F-0571-4603-8676-C70DC618CEA0}" type="pres">
      <dgm:prSet presAssocID="{F7F5F8BD-E72D-4DBC-BA10-C8679F32944A}" presName="Accent" presStyleLbl="bgShp" presStyleIdx="2" presStyleCnt="6"/>
      <dgm:spPr/>
    </dgm:pt>
    <dgm:pt modelId="{9B49ACDC-3665-4B5E-B54C-DF0ECC59D2F1}" type="pres">
      <dgm:prSet presAssocID="{F7F5F8BD-E72D-4DBC-BA10-C8679F32944A}" presName="Child3" presStyleLbl="node1" presStyleIdx="2" presStyleCnt="6">
        <dgm:presLayoutVars>
          <dgm:chMax val="0"/>
          <dgm:chPref val="0"/>
          <dgm:bulletEnabled val="1"/>
        </dgm:presLayoutVars>
      </dgm:prSet>
      <dgm:spPr/>
    </dgm:pt>
    <dgm:pt modelId="{C69F4953-F4C2-413F-B17C-1B48F9C2E03C}" type="pres">
      <dgm:prSet presAssocID="{4C4712E9-8F43-4261-9F53-284EE0947AB2}" presName="Accent4" presStyleCnt="0"/>
      <dgm:spPr/>
    </dgm:pt>
    <dgm:pt modelId="{F5B3E686-F8F7-4B36-9AE7-DE16CE9FA8F5}" type="pres">
      <dgm:prSet presAssocID="{4C4712E9-8F43-4261-9F53-284EE0947AB2}" presName="Accent" presStyleLbl="bgShp" presStyleIdx="3" presStyleCnt="6"/>
      <dgm:spPr/>
    </dgm:pt>
    <dgm:pt modelId="{8C0D46C5-DA12-47E4-BBB2-F4AA96F09DCF}" type="pres">
      <dgm:prSet presAssocID="{4C4712E9-8F43-4261-9F53-284EE0947AB2}" presName="Child4" presStyleLbl="node1" presStyleIdx="3" presStyleCnt="6">
        <dgm:presLayoutVars>
          <dgm:chMax val="0"/>
          <dgm:chPref val="0"/>
          <dgm:bulletEnabled val="1"/>
        </dgm:presLayoutVars>
      </dgm:prSet>
      <dgm:spPr/>
    </dgm:pt>
    <dgm:pt modelId="{A3982D16-C433-4BDA-8EF7-3870FCF8951A}" type="pres">
      <dgm:prSet presAssocID="{37B27895-F35C-42DA-A0E5-EAF10F798D76}" presName="Accent5" presStyleCnt="0"/>
      <dgm:spPr/>
    </dgm:pt>
    <dgm:pt modelId="{6981D4E1-FDB3-4C9F-A55D-D95B948758F1}" type="pres">
      <dgm:prSet presAssocID="{37B27895-F35C-42DA-A0E5-EAF10F798D76}" presName="Accent" presStyleLbl="bgShp" presStyleIdx="4" presStyleCnt="6"/>
      <dgm:spPr/>
    </dgm:pt>
    <dgm:pt modelId="{7C4B0D1D-8E63-4FC2-8640-FE776A4B936B}" type="pres">
      <dgm:prSet presAssocID="{37B27895-F35C-42DA-A0E5-EAF10F798D76}" presName="Child5" presStyleLbl="node1" presStyleIdx="4" presStyleCnt="6">
        <dgm:presLayoutVars>
          <dgm:chMax val="0"/>
          <dgm:chPref val="0"/>
          <dgm:bulletEnabled val="1"/>
        </dgm:presLayoutVars>
      </dgm:prSet>
      <dgm:spPr/>
    </dgm:pt>
    <dgm:pt modelId="{F79060C6-8A68-4CAD-93AA-49D9EB31E135}" type="pres">
      <dgm:prSet presAssocID="{FD6787F2-BE4D-4C03-89C3-030ED06C001D}" presName="Accent6" presStyleCnt="0"/>
      <dgm:spPr/>
    </dgm:pt>
    <dgm:pt modelId="{D11C258E-58C5-4C80-9E13-51B809C64D2E}" type="pres">
      <dgm:prSet presAssocID="{FD6787F2-BE4D-4C03-89C3-030ED06C001D}" presName="Accent" presStyleLbl="bgShp" presStyleIdx="5" presStyleCnt="6"/>
      <dgm:spPr/>
    </dgm:pt>
    <dgm:pt modelId="{2C98587D-5C1B-4F01-BE42-004977776EF4}" type="pres">
      <dgm:prSet presAssocID="{FD6787F2-BE4D-4C03-89C3-030ED06C001D}" presName="Child6" presStyleLbl="node1" presStyleIdx="5" presStyleCnt="6">
        <dgm:presLayoutVars>
          <dgm:chMax val="0"/>
          <dgm:chPref val="0"/>
          <dgm:bulletEnabled val="1"/>
        </dgm:presLayoutVars>
      </dgm:prSet>
      <dgm:spPr/>
    </dgm:pt>
  </dgm:ptLst>
  <dgm:cxnLst>
    <dgm:cxn modelId="{EB715E07-2CFC-453C-9B99-EBBD2592918C}" srcId="{0E86FBDE-FB45-4F45-A874-14D6A3222F0C}" destId="{9F2D834E-6F20-4260-A7A9-4145B2137DF7}" srcOrd="1" destOrd="0" parTransId="{A09602B5-FC79-4EB8-85A0-2C459DE33B24}" sibTransId="{F6D06278-A721-4510-9CB5-29C1764650B0}"/>
    <dgm:cxn modelId="{5A1B4B24-F92A-4901-AA8C-A960E6A472B9}" type="presOf" srcId="{035C1204-28E2-4261-B785-4FE92D9E41F5}" destId="{FA87A70C-78B8-41AC-9B44-955986AD6965}" srcOrd="0" destOrd="0" presId="urn:microsoft.com/office/officeart/2011/layout/HexagonRadial"/>
    <dgm:cxn modelId="{72C20F31-A293-4DDD-9504-E87AC7DA3574}" type="presOf" srcId="{C009177A-17D6-464F-8302-C7EF1684DC15}" destId="{CAF6C196-02B6-4F82-B0D6-8EF2F683E4B8}" srcOrd="0" destOrd="0" presId="urn:microsoft.com/office/officeart/2011/layout/HexagonRadial"/>
    <dgm:cxn modelId="{E9C7103F-602C-4649-8285-CEA754AA56FF}" type="presOf" srcId="{9F2D834E-6F20-4260-A7A9-4145B2137DF7}" destId="{C384CC02-1E90-4E3D-B269-9D27CA8D2E46}" srcOrd="0" destOrd="0" presId="urn:microsoft.com/office/officeart/2011/layout/HexagonRadial"/>
    <dgm:cxn modelId="{B6C19A44-40DA-40F0-9B93-2F079C231B74}" srcId="{0E86FBDE-FB45-4F45-A874-14D6A3222F0C}" destId="{F7F5F8BD-E72D-4DBC-BA10-C8679F32944A}" srcOrd="2" destOrd="0" parTransId="{3D6BAE50-B9F8-4E8E-A44D-A797F228C71E}" sibTransId="{DDF71B27-2381-48CC-B88C-CB1EE8455D7B}"/>
    <dgm:cxn modelId="{B240DB66-A5C1-4F61-94FF-4C4E7DA5857B}" type="presOf" srcId="{4C4712E9-8F43-4261-9F53-284EE0947AB2}" destId="{8C0D46C5-DA12-47E4-BBB2-F4AA96F09DCF}" srcOrd="0" destOrd="0" presId="urn:microsoft.com/office/officeart/2011/layout/HexagonRadial"/>
    <dgm:cxn modelId="{0E791474-EE8B-4A2C-A0A5-EF1BF10D6A3A}" type="presOf" srcId="{FD6787F2-BE4D-4C03-89C3-030ED06C001D}" destId="{2C98587D-5C1B-4F01-BE42-004977776EF4}" srcOrd="0" destOrd="0" presId="urn:microsoft.com/office/officeart/2011/layout/HexagonRadial"/>
    <dgm:cxn modelId="{E013A375-4B64-41FA-A43F-9258F1419B1C}" type="presOf" srcId="{0E86FBDE-FB45-4F45-A874-14D6A3222F0C}" destId="{A7E748DC-0065-4A9D-A8C3-A236D442D177}" srcOrd="0" destOrd="0" presId="urn:microsoft.com/office/officeart/2011/layout/HexagonRadial"/>
    <dgm:cxn modelId="{A715B780-7CE3-4A89-9187-DCF033447826}" srcId="{C009177A-17D6-464F-8302-C7EF1684DC15}" destId="{0E86FBDE-FB45-4F45-A874-14D6A3222F0C}" srcOrd="0" destOrd="0" parTransId="{3B14C64B-2D07-431C-A374-2EEA4216641B}" sibTransId="{C3DD1116-8135-4DEE-BDF3-4ACB6EF10A9A}"/>
    <dgm:cxn modelId="{19736F96-87D2-4547-83FB-4D2BC62514AC}" srcId="{0E86FBDE-FB45-4F45-A874-14D6A3222F0C}" destId="{035C1204-28E2-4261-B785-4FE92D9E41F5}" srcOrd="0" destOrd="0" parTransId="{3764EAE1-0FA8-4CD0-BC08-7E55A50B0377}" sibTransId="{D3ED2D99-CCE2-4FB0-B015-FBB95A897C83}"/>
    <dgm:cxn modelId="{35916898-C632-4169-A270-2568B11E2999}" srcId="{0E86FBDE-FB45-4F45-A874-14D6A3222F0C}" destId="{4C4712E9-8F43-4261-9F53-284EE0947AB2}" srcOrd="3" destOrd="0" parTransId="{D873D2E9-2258-4130-8CC8-988E9DAFD136}" sibTransId="{1027D332-FEC6-4B14-9755-29C0639B3062}"/>
    <dgm:cxn modelId="{8EFBFFB9-7A61-4E4C-9873-E6AB65FD2CE4}" type="presOf" srcId="{F7F5F8BD-E72D-4DBC-BA10-C8679F32944A}" destId="{9B49ACDC-3665-4B5E-B54C-DF0ECC59D2F1}" srcOrd="0" destOrd="0" presId="urn:microsoft.com/office/officeart/2011/layout/HexagonRadial"/>
    <dgm:cxn modelId="{B94BD7BA-F211-4FB7-B182-8A01BF2D67F0}" srcId="{0E86FBDE-FB45-4F45-A874-14D6A3222F0C}" destId="{37B27895-F35C-42DA-A0E5-EAF10F798D76}" srcOrd="4" destOrd="0" parTransId="{19D063B1-D0BC-46B8-B6A7-9E1C55946243}" sibTransId="{61E7E726-DAD7-451B-89FC-E7982979BAEA}"/>
    <dgm:cxn modelId="{0A99D9BA-23EE-447A-B20F-68232539CA71}" srcId="{0E86FBDE-FB45-4F45-A874-14D6A3222F0C}" destId="{FD6787F2-BE4D-4C03-89C3-030ED06C001D}" srcOrd="5" destOrd="0" parTransId="{89159692-051E-49E1-858E-221DC3F73861}" sibTransId="{623A15DC-7345-4D11-A6C1-CAF2E4245D73}"/>
    <dgm:cxn modelId="{D6AF29F6-1DC1-4399-901E-078067D748FE}" type="presOf" srcId="{37B27895-F35C-42DA-A0E5-EAF10F798D76}" destId="{7C4B0D1D-8E63-4FC2-8640-FE776A4B936B}" srcOrd="0" destOrd="0" presId="urn:microsoft.com/office/officeart/2011/layout/HexagonRadial"/>
    <dgm:cxn modelId="{C66F92C3-3D3B-440E-B1AE-C8063E97B342}" type="presParOf" srcId="{CAF6C196-02B6-4F82-B0D6-8EF2F683E4B8}" destId="{A7E748DC-0065-4A9D-A8C3-A236D442D177}" srcOrd="0" destOrd="0" presId="urn:microsoft.com/office/officeart/2011/layout/HexagonRadial"/>
    <dgm:cxn modelId="{7F21C461-CC5D-45B7-AE84-77CBCA204C9E}" type="presParOf" srcId="{CAF6C196-02B6-4F82-B0D6-8EF2F683E4B8}" destId="{0FD893C0-D836-4366-87BE-BE8DE45A80A9}" srcOrd="1" destOrd="0" presId="urn:microsoft.com/office/officeart/2011/layout/HexagonRadial"/>
    <dgm:cxn modelId="{C5398847-C4F4-4AB3-A70E-529DA5B2960D}" type="presParOf" srcId="{0FD893C0-D836-4366-87BE-BE8DE45A80A9}" destId="{F81FD995-CA28-47E9-9167-C3448559CA11}" srcOrd="0" destOrd="0" presId="urn:microsoft.com/office/officeart/2011/layout/HexagonRadial"/>
    <dgm:cxn modelId="{D4BA01F7-680E-4FF7-A358-1167220F7080}" type="presParOf" srcId="{CAF6C196-02B6-4F82-B0D6-8EF2F683E4B8}" destId="{FA87A70C-78B8-41AC-9B44-955986AD6965}" srcOrd="2" destOrd="0" presId="urn:microsoft.com/office/officeart/2011/layout/HexagonRadial"/>
    <dgm:cxn modelId="{9AFFB3D9-3F7D-4F64-AC80-6313AF8D180B}" type="presParOf" srcId="{CAF6C196-02B6-4F82-B0D6-8EF2F683E4B8}" destId="{3CE5732D-5BFA-454E-892A-E5137C8ED616}" srcOrd="3" destOrd="0" presId="urn:microsoft.com/office/officeart/2011/layout/HexagonRadial"/>
    <dgm:cxn modelId="{3DA36669-ACE4-45D2-8855-72B530DD9B88}" type="presParOf" srcId="{3CE5732D-5BFA-454E-892A-E5137C8ED616}" destId="{55C4CEBD-985D-463F-8B1C-9548454744C5}" srcOrd="0" destOrd="0" presId="urn:microsoft.com/office/officeart/2011/layout/HexagonRadial"/>
    <dgm:cxn modelId="{728BC50C-919E-419E-8238-0D4295F98397}" type="presParOf" srcId="{CAF6C196-02B6-4F82-B0D6-8EF2F683E4B8}" destId="{C384CC02-1E90-4E3D-B269-9D27CA8D2E46}" srcOrd="4" destOrd="0" presId="urn:microsoft.com/office/officeart/2011/layout/HexagonRadial"/>
    <dgm:cxn modelId="{F0EB1BC5-34C2-42B2-8F0B-A20C555FC3B4}" type="presParOf" srcId="{CAF6C196-02B6-4F82-B0D6-8EF2F683E4B8}" destId="{229EB657-F5E4-429C-B6DA-BD233AD21D9E}" srcOrd="5" destOrd="0" presId="urn:microsoft.com/office/officeart/2011/layout/HexagonRadial"/>
    <dgm:cxn modelId="{61DE56B4-772F-4ABD-840F-60783394A86F}" type="presParOf" srcId="{229EB657-F5E4-429C-B6DA-BD233AD21D9E}" destId="{BA12DA5F-0571-4603-8676-C70DC618CEA0}" srcOrd="0" destOrd="0" presId="urn:microsoft.com/office/officeart/2011/layout/HexagonRadial"/>
    <dgm:cxn modelId="{CADAF2C1-BB88-44DA-BFFE-AB55FA40F37A}" type="presParOf" srcId="{CAF6C196-02B6-4F82-B0D6-8EF2F683E4B8}" destId="{9B49ACDC-3665-4B5E-B54C-DF0ECC59D2F1}" srcOrd="6" destOrd="0" presId="urn:microsoft.com/office/officeart/2011/layout/HexagonRadial"/>
    <dgm:cxn modelId="{BDDDCDC7-249F-4AE5-AF19-3C9F2B93C7FE}" type="presParOf" srcId="{CAF6C196-02B6-4F82-B0D6-8EF2F683E4B8}" destId="{C69F4953-F4C2-413F-B17C-1B48F9C2E03C}" srcOrd="7" destOrd="0" presId="urn:microsoft.com/office/officeart/2011/layout/HexagonRadial"/>
    <dgm:cxn modelId="{8A370254-AD73-4992-B992-AB43D0595671}" type="presParOf" srcId="{C69F4953-F4C2-413F-B17C-1B48F9C2E03C}" destId="{F5B3E686-F8F7-4B36-9AE7-DE16CE9FA8F5}" srcOrd="0" destOrd="0" presId="urn:microsoft.com/office/officeart/2011/layout/HexagonRadial"/>
    <dgm:cxn modelId="{287C2B9A-23F9-483F-9148-ACC31F99E879}" type="presParOf" srcId="{CAF6C196-02B6-4F82-B0D6-8EF2F683E4B8}" destId="{8C0D46C5-DA12-47E4-BBB2-F4AA96F09DCF}" srcOrd="8" destOrd="0" presId="urn:microsoft.com/office/officeart/2011/layout/HexagonRadial"/>
    <dgm:cxn modelId="{AE471575-28EA-48B3-A1A0-18FB41DCB4E0}" type="presParOf" srcId="{CAF6C196-02B6-4F82-B0D6-8EF2F683E4B8}" destId="{A3982D16-C433-4BDA-8EF7-3870FCF8951A}" srcOrd="9" destOrd="0" presId="urn:microsoft.com/office/officeart/2011/layout/HexagonRadial"/>
    <dgm:cxn modelId="{835DAFDC-9885-418A-BBBC-56ED8C2FC885}" type="presParOf" srcId="{A3982D16-C433-4BDA-8EF7-3870FCF8951A}" destId="{6981D4E1-FDB3-4C9F-A55D-D95B948758F1}" srcOrd="0" destOrd="0" presId="urn:microsoft.com/office/officeart/2011/layout/HexagonRadial"/>
    <dgm:cxn modelId="{63CF2D25-0BDE-44E0-ADC8-9B84496B9ACA}" type="presParOf" srcId="{CAF6C196-02B6-4F82-B0D6-8EF2F683E4B8}" destId="{7C4B0D1D-8E63-4FC2-8640-FE776A4B936B}" srcOrd="10" destOrd="0" presId="urn:microsoft.com/office/officeart/2011/layout/HexagonRadial"/>
    <dgm:cxn modelId="{21ABE380-B00B-43D2-9271-76FD25779170}" type="presParOf" srcId="{CAF6C196-02B6-4F82-B0D6-8EF2F683E4B8}" destId="{F79060C6-8A68-4CAD-93AA-49D9EB31E135}" srcOrd="11" destOrd="0" presId="urn:microsoft.com/office/officeart/2011/layout/HexagonRadial"/>
    <dgm:cxn modelId="{63F03377-3356-43B0-89A6-CAFC1CA70AF7}" type="presParOf" srcId="{F79060C6-8A68-4CAD-93AA-49D9EB31E135}" destId="{D11C258E-58C5-4C80-9E13-51B809C64D2E}" srcOrd="0" destOrd="0" presId="urn:microsoft.com/office/officeart/2011/layout/HexagonRadial"/>
    <dgm:cxn modelId="{A7120949-EC4C-491D-9E54-FE710E6B2E2D}" type="presParOf" srcId="{CAF6C196-02B6-4F82-B0D6-8EF2F683E4B8}" destId="{2C98587D-5C1B-4F01-BE42-004977776EF4}"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AE330-4086-42DB-9D70-E3D011571FD0}">
      <dsp:nvSpPr>
        <dsp:cNvPr id="0" name=""/>
        <dsp:cNvSpPr/>
      </dsp:nvSpPr>
      <dsp:spPr>
        <a:xfrm>
          <a:off x="6574562" y="448172"/>
          <a:ext cx="1922381" cy="480595"/>
        </a:xfrm>
        <a:prstGeom prst="roundRect">
          <a:avLst>
            <a:gd name="adj" fmla="val 10000"/>
          </a:avLst>
        </a:prstGeom>
        <a:solidFill>
          <a:schemeClr val="accent1">
            <a:lumMod val="75000"/>
          </a:schemeClr>
        </a:solidFill>
        <a:ln w="25400" cap="flat" cmpd="sng" algn="ctr">
          <a:solidFill>
            <a:srgbClr val="FF9933"/>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الذاتي(الشخصي)</a:t>
          </a:r>
          <a:endParaRPr lang="en-US" sz="1800" b="1" kern="1200" dirty="0"/>
        </a:p>
      </dsp:txBody>
      <dsp:txXfrm>
        <a:off x="6588638" y="462248"/>
        <a:ext cx="1894229" cy="452443"/>
      </dsp:txXfrm>
    </dsp:sp>
    <dsp:sp modelId="{C8C5E0B5-2FAE-4602-9584-9FA618599313}">
      <dsp:nvSpPr>
        <dsp:cNvPr id="0" name=""/>
        <dsp:cNvSpPr/>
      </dsp:nvSpPr>
      <dsp:spPr>
        <a:xfrm rot="5400029">
          <a:off x="7486092" y="986031"/>
          <a:ext cx="99316" cy="84104"/>
        </a:xfrm>
        <a:prstGeom prst="rightArrow">
          <a:avLst>
            <a:gd name="adj1" fmla="val 667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C0FF507-D293-4284-8BE4-5B5F63DBD3FC}">
      <dsp:nvSpPr>
        <dsp:cNvPr id="0" name=""/>
        <dsp:cNvSpPr/>
      </dsp:nvSpPr>
      <dsp:spPr>
        <a:xfrm>
          <a:off x="6574553" y="1127400"/>
          <a:ext cx="1922381" cy="1193746"/>
        </a:xfrm>
        <a:prstGeom prst="roundRect">
          <a:avLst>
            <a:gd name="adj" fmla="val 10000"/>
          </a:avLst>
        </a:prstGeom>
        <a:solidFill>
          <a:schemeClr val="tx2">
            <a:lumMod val="40000"/>
            <a:lumOff val="60000"/>
          </a:schemeClr>
        </a:solidFill>
        <a:ln w="25400" cap="flat" cmpd="sng" algn="ctr">
          <a:solidFill>
            <a:schemeClr val="accent6">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b="1" kern="1200" dirty="0">
            <a:solidFill>
              <a:schemeClr val="tx1">
                <a:lumMod val="65000"/>
                <a:lumOff val="35000"/>
              </a:schemeClr>
            </a:solidFill>
            <a:cs typeface="+mn-cs"/>
          </a:endParaRPr>
        </a:p>
      </dsp:txBody>
      <dsp:txXfrm>
        <a:off x="6609517" y="1162364"/>
        <a:ext cx="1852453" cy="1123818"/>
      </dsp:txXfrm>
    </dsp:sp>
    <dsp:sp modelId="{7EDA7D11-3034-4232-8442-671AC900DD31}">
      <dsp:nvSpPr>
        <dsp:cNvPr id="0" name=""/>
        <dsp:cNvSpPr/>
      </dsp:nvSpPr>
      <dsp:spPr>
        <a:xfrm rot="5400000">
          <a:off x="7493692" y="2363198"/>
          <a:ext cx="84104" cy="84104"/>
        </a:xfrm>
        <a:prstGeom prst="rightArrow">
          <a:avLst>
            <a:gd name="adj1" fmla="val 66700"/>
            <a:gd name="adj2" fmla="val 50000"/>
          </a:avLst>
        </a:prstGeom>
        <a:solidFill>
          <a:schemeClr val="accent5">
            <a:hueOff val="-903080"/>
            <a:satOff val="3619"/>
            <a:lumOff val="78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72CBE2-3574-4465-B8CB-3B37B494CC5F}">
      <dsp:nvSpPr>
        <dsp:cNvPr id="0" name=""/>
        <dsp:cNvSpPr/>
      </dsp:nvSpPr>
      <dsp:spPr>
        <a:xfrm>
          <a:off x="6574553" y="2489354"/>
          <a:ext cx="1922381" cy="480595"/>
        </a:xfrm>
        <a:prstGeom prst="roundRect">
          <a:avLst>
            <a:gd name="adj" fmla="val 10000"/>
          </a:avLst>
        </a:prstGeom>
        <a:solidFill>
          <a:schemeClr val="tx2">
            <a:lumMod val="40000"/>
            <a:lumOff val="60000"/>
          </a:schemeClr>
        </a:solidFill>
        <a:ln w="25400" cap="flat" cmpd="sng" algn="ctr">
          <a:solidFill>
            <a:schemeClr val="accent6">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rtl="1">
            <a:lnSpc>
              <a:spcPct val="90000"/>
            </a:lnSpc>
            <a:spcBef>
              <a:spcPct val="0"/>
            </a:spcBef>
            <a:spcAft>
              <a:spcPct val="35000"/>
            </a:spcAft>
            <a:buNone/>
          </a:pPr>
          <a:endParaRPr lang="he-IL" sz="2800" b="1" kern="1200" dirty="0">
            <a:solidFill>
              <a:schemeClr val="tx1">
                <a:lumMod val="65000"/>
                <a:lumOff val="35000"/>
              </a:schemeClr>
            </a:solidFill>
            <a:latin typeface="Gisha" panose="020B0502040204020203" pitchFamily="34" charset="-79"/>
            <a:cs typeface="+mn-cs"/>
          </a:endParaRPr>
        </a:p>
      </dsp:txBody>
      <dsp:txXfrm>
        <a:off x="6588629" y="2503430"/>
        <a:ext cx="1894229" cy="452443"/>
      </dsp:txXfrm>
    </dsp:sp>
    <dsp:sp modelId="{9F338A9F-7D98-4BFD-AF91-B89D8714EA70}">
      <dsp:nvSpPr>
        <dsp:cNvPr id="0" name=""/>
        <dsp:cNvSpPr/>
      </dsp:nvSpPr>
      <dsp:spPr>
        <a:xfrm rot="5400000">
          <a:off x="7493692" y="3012002"/>
          <a:ext cx="84104" cy="84104"/>
        </a:xfrm>
        <a:prstGeom prst="rightArrow">
          <a:avLst>
            <a:gd name="adj1" fmla="val 66700"/>
            <a:gd name="adj2" fmla="val 50000"/>
          </a:avLst>
        </a:prstGeom>
        <a:solidFill>
          <a:schemeClr val="accent5">
            <a:hueOff val="-1806159"/>
            <a:satOff val="7238"/>
            <a:lumOff val="156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983BD8E-CDD2-43C2-9B23-805763F40942}">
      <dsp:nvSpPr>
        <dsp:cNvPr id="0" name=""/>
        <dsp:cNvSpPr/>
      </dsp:nvSpPr>
      <dsp:spPr>
        <a:xfrm>
          <a:off x="6574553" y="3138158"/>
          <a:ext cx="1922381" cy="1783845"/>
        </a:xfrm>
        <a:prstGeom prst="roundRect">
          <a:avLst>
            <a:gd name="adj" fmla="val 10000"/>
          </a:avLst>
        </a:prstGeom>
        <a:solidFill>
          <a:schemeClr val="tx2">
            <a:lumMod val="40000"/>
            <a:lumOff val="60000"/>
          </a:schemeClr>
        </a:solidFill>
        <a:ln w="25400" cap="flat" cmpd="sng" algn="ctr">
          <a:solidFill>
            <a:schemeClr val="accent6">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b="1" kern="1200" dirty="0">
            <a:solidFill>
              <a:schemeClr val="tx1"/>
            </a:solidFill>
          </a:endParaRPr>
        </a:p>
      </dsp:txBody>
      <dsp:txXfrm>
        <a:off x="6626800" y="3190405"/>
        <a:ext cx="1817887" cy="1679351"/>
      </dsp:txXfrm>
    </dsp:sp>
    <dsp:sp modelId="{C9BC1CB0-3981-43F8-9E24-8A67D7775EF0}">
      <dsp:nvSpPr>
        <dsp:cNvPr id="0" name=""/>
        <dsp:cNvSpPr/>
      </dsp:nvSpPr>
      <dsp:spPr>
        <a:xfrm>
          <a:off x="4383057" y="487223"/>
          <a:ext cx="1922381" cy="480595"/>
        </a:xfrm>
        <a:prstGeom prst="roundRect">
          <a:avLst>
            <a:gd name="adj" fmla="val 10000"/>
          </a:avLst>
        </a:prstGeom>
        <a:solidFill>
          <a:schemeClr val="accent1">
            <a:lumMod val="7500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الاجتماعي</a:t>
          </a:r>
          <a:endParaRPr lang="en-US" sz="1800" b="1" kern="1200" dirty="0"/>
        </a:p>
      </dsp:txBody>
      <dsp:txXfrm>
        <a:off x="4397133" y="501299"/>
        <a:ext cx="1894229" cy="452443"/>
      </dsp:txXfrm>
    </dsp:sp>
    <dsp:sp modelId="{5A3CF1E5-4C58-4623-8B62-F87295F75C0C}">
      <dsp:nvSpPr>
        <dsp:cNvPr id="0" name=""/>
        <dsp:cNvSpPr/>
      </dsp:nvSpPr>
      <dsp:spPr>
        <a:xfrm rot="5400063">
          <a:off x="5304347" y="1005557"/>
          <a:ext cx="79790" cy="84104"/>
        </a:xfrm>
        <a:prstGeom prst="rightArrow">
          <a:avLst>
            <a:gd name="adj1" fmla="val 66700"/>
            <a:gd name="adj2" fmla="val 50000"/>
          </a:avLst>
        </a:prstGeom>
        <a:solidFill>
          <a:schemeClr val="accent5">
            <a:hueOff val="-2709239"/>
            <a:satOff val="10858"/>
            <a:lumOff val="235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312B66-FAAB-4329-A463-23B442F0E307}">
      <dsp:nvSpPr>
        <dsp:cNvPr id="0" name=""/>
        <dsp:cNvSpPr/>
      </dsp:nvSpPr>
      <dsp:spPr>
        <a:xfrm>
          <a:off x="4383038" y="1127400"/>
          <a:ext cx="1922381" cy="1295593"/>
        </a:xfrm>
        <a:prstGeom prst="roundRect">
          <a:avLst>
            <a:gd name="adj" fmla="val 10000"/>
          </a:avLst>
        </a:prstGeom>
        <a:solidFill>
          <a:schemeClr val="accent1">
            <a:lumMod val="40000"/>
            <a:lumOff val="60000"/>
          </a:schemeClr>
        </a:solidFill>
        <a:ln w="25400" cap="flat" cmpd="sng" algn="ctr">
          <a:solidFill>
            <a:srgbClr val="FF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b="1" kern="1200" dirty="0">
            <a:solidFill>
              <a:schemeClr val="tx1"/>
            </a:solidFill>
          </a:endParaRPr>
        </a:p>
      </dsp:txBody>
      <dsp:txXfrm>
        <a:off x="4420985" y="1165347"/>
        <a:ext cx="1846487" cy="1219699"/>
      </dsp:txXfrm>
    </dsp:sp>
    <dsp:sp modelId="{7B5FFBC3-8DA4-4825-BA5B-75D50E6253B7}">
      <dsp:nvSpPr>
        <dsp:cNvPr id="0" name=""/>
        <dsp:cNvSpPr/>
      </dsp:nvSpPr>
      <dsp:spPr>
        <a:xfrm rot="5400000">
          <a:off x="5302177" y="2465046"/>
          <a:ext cx="84104" cy="84104"/>
        </a:xfrm>
        <a:prstGeom prst="rightArrow">
          <a:avLst>
            <a:gd name="adj1" fmla="val 66700"/>
            <a:gd name="adj2" fmla="val 50000"/>
          </a:avLst>
        </a:prstGeom>
        <a:solidFill>
          <a:schemeClr val="accent5">
            <a:hueOff val="-3612319"/>
            <a:satOff val="14477"/>
            <a:lumOff val="313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20C27E-C12F-42FB-B3B1-BE22989BC78C}">
      <dsp:nvSpPr>
        <dsp:cNvPr id="0" name=""/>
        <dsp:cNvSpPr/>
      </dsp:nvSpPr>
      <dsp:spPr>
        <a:xfrm>
          <a:off x="4383038" y="2591202"/>
          <a:ext cx="1922381" cy="817723"/>
        </a:xfrm>
        <a:prstGeom prst="roundRect">
          <a:avLst>
            <a:gd name="adj" fmla="val 10000"/>
          </a:avLst>
        </a:prstGeom>
        <a:solidFill>
          <a:schemeClr val="accent1">
            <a:lumMod val="40000"/>
            <a:lumOff val="60000"/>
          </a:schemeClr>
        </a:solidFill>
        <a:ln w="25400" cap="flat" cmpd="sng" algn="ctr">
          <a:solidFill>
            <a:srgbClr val="FF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endParaRPr lang="en-US" sz="4600" b="1" kern="1200" dirty="0">
            <a:solidFill>
              <a:schemeClr val="tx1"/>
            </a:solidFill>
          </a:endParaRPr>
        </a:p>
      </dsp:txBody>
      <dsp:txXfrm>
        <a:off x="4406988" y="2615152"/>
        <a:ext cx="1874481" cy="769823"/>
      </dsp:txXfrm>
    </dsp:sp>
    <dsp:sp modelId="{7089C2D1-370C-40D7-B029-E2AE51438C3F}">
      <dsp:nvSpPr>
        <dsp:cNvPr id="0" name=""/>
        <dsp:cNvSpPr/>
      </dsp:nvSpPr>
      <dsp:spPr>
        <a:xfrm rot="5400000">
          <a:off x="5302177" y="3450977"/>
          <a:ext cx="84104" cy="84104"/>
        </a:xfrm>
        <a:prstGeom prst="rightArrow">
          <a:avLst>
            <a:gd name="adj1" fmla="val 66700"/>
            <a:gd name="adj2" fmla="val 50000"/>
          </a:avLst>
        </a:prstGeom>
        <a:solidFill>
          <a:schemeClr val="accent5">
            <a:hueOff val="-4515398"/>
            <a:satOff val="18096"/>
            <a:lumOff val="392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2A886C1-BA41-4DF9-9CD0-3BFD02EF7D63}">
      <dsp:nvSpPr>
        <dsp:cNvPr id="0" name=""/>
        <dsp:cNvSpPr/>
      </dsp:nvSpPr>
      <dsp:spPr>
        <a:xfrm>
          <a:off x="4383038" y="3577134"/>
          <a:ext cx="1922381" cy="480595"/>
        </a:xfrm>
        <a:prstGeom prst="roundRect">
          <a:avLst>
            <a:gd name="adj" fmla="val 10000"/>
          </a:avLst>
        </a:prstGeom>
        <a:solidFill>
          <a:schemeClr val="accent1">
            <a:lumMod val="40000"/>
            <a:lumOff val="60000"/>
          </a:schemeClr>
        </a:solidFill>
        <a:ln w="25400" cap="flat" cmpd="sng" algn="ctr">
          <a:solidFill>
            <a:srgbClr val="FF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b="1" kern="1200" dirty="0">
            <a:solidFill>
              <a:schemeClr val="tx1"/>
            </a:solidFill>
          </a:endParaRPr>
        </a:p>
      </dsp:txBody>
      <dsp:txXfrm>
        <a:off x="4397114" y="3591210"/>
        <a:ext cx="1894229" cy="452443"/>
      </dsp:txXfrm>
    </dsp:sp>
    <dsp:sp modelId="{6EADCEBD-F91D-423A-BABC-DA2B6290D570}">
      <dsp:nvSpPr>
        <dsp:cNvPr id="0" name=""/>
        <dsp:cNvSpPr/>
      </dsp:nvSpPr>
      <dsp:spPr>
        <a:xfrm>
          <a:off x="2205095" y="544860"/>
          <a:ext cx="1922381" cy="480595"/>
        </a:xfrm>
        <a:prstGeom prst="roundRect">
          <a:avLst>
            <a:gd name="adj" fmla="val 10000"/>
          </a:avLst>
        </a:prstGeom>
        <a:solidFill>
          <a:schemeClr val="accent1">
            <a:lumMod val="75000"/>
          </a:schemeClr>
        </a:solidFill>
        <a:ln w="25400" cap="flat" cmpd="sng" algn="ctr">
          <a:solidFill>
            <a:schemeClr val="accent3">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التعليمي</a:t>
          </a:r>
          <a:endParaRPr lang="en-US" sz="1800" b="1" kern="1200" dirty="0"/>
        </a:p>
      </dsp:txBody>
      <dsp:txXfrm>
        <a:off x="2219171" y="558936"/>
        <a:ext cx="1894229" cy="452443"/>
      </dsp:txXfrm>
    </dsp:sp>
    <dsp:sp modelId="{69500446-EE39-4304-8054-D0640A98E4AD}">
      <dsp:nvSpPr>
        <dsp:cNvPr id="0" name=""/>
        <dsp:cNvSpPr/>
      </dsp:nvSpPr>
      <dsp:spPr>
        <a:xfrm rot="5400000">
          <a:off x="3124234" y="1067507"/>
          <a:ext cx="84104" cy="84104"/>
        </a:xfrm>
        <a:prstGeom prst="rightArrow">
          <a:avLst>
            <a:gd name="adj1" fmla="val 66700"/>
            <a:gd name="adj2" fmla="val 50000"/>
          </a:avLst>
        </a:prstGeom>
        <a:solidFill>
          <a:schemeClr val="accent5">
            <a:hueOff val="-5418478"/>
            <a:satOff val="21715"/>
            <a:lumOff val="470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2244191-3671-461E-8114-07618F53D55D}">
      <dsp:nvSpPr>
        <dsp:cNvPr id="0" name=""/>
        <dsp:cNvSpPr/>
      </dsp:nvSpPr>
      <dsp:spPr>
        <a:xfrm>
          <a:off x="2205095" y="1193664"/>
          <a:ext cx="1922381" cy="720989"/>
        </a:xfrm>
        <a:prstGeom prst="roundRect">
          <a:avLst>
            <a:gd name="adj" fmla="val 10000"/>
          </a:avLst>
        </a:prstGeom>
        <a:solidFill>
          <a:schemeClr val="accent1">
            <a:lumMod val="60000"/>
            <a:lumOff val="4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52070" tIns="52070" rIns="52070" bIns="52070" numCol="1" spcCol="1270" anchor="ctr" anchorCtr="0">
          <a:noAutofit/>
        </a:bodyPr>
        <a:lstStyle/>
        <a:p>
          <a:pPr marL="0" lvl="0" indent="0" algn="ctr" defTabSz="1822450" rtl="1">
            <a:lnSpc>
              <a:spcPct val="90000"/>
            </a:lnSpc>
            <a:spcBef>
              <a:spcPct val="0"/>
            </a:spcBef>
            <a:spcAft>
              <a:spcPct val="35000"/>
            </a:spcAft>
            <a:buNone/>
          </a:pPr>
          <a:endParaRPr lang="en-US" sz="4100" kern="1200" dirty="0">
            <a:solidFill>
              <a:schemeClr val="tx1"/>
            </a:solidFill>
            <a:cs typeface="+mn-cs"/>
          </a:endParaRPr>
        </a:p>
      </dsp:txBody>
      <dsp:txXfrm>
        <a:off x="2226212" y="1214781"/>
        <a:ext cx="1880147" cy="678755"/>
      </dsp:txXfrm>
    </dsp:sp>
    <dsp:sp modelId="{DF182822-A87C-477A-A394-AB83F0D6A545}">
      <dsp:nvSpPr>
        <dsp:cNvPr id="0" name=""/>
        <dsp:cNvSpPr/>
      </dsp:nvSpPr>
      <dsp:spPr>
        <a:xfrm rot="5400000">
          <a:off x="3127526" y="1953413"/>
          <a:ext cx="77520" cy="84104"/>
        </a:xfrm>
        <a:prstGeom prst="rightArrow">
          <a:avLst>
            <a:gd name="adj1" fmla="val 66700"/>
            <a:gd name="adj2" fmla="val 50000"/>
          </a:avLst>
        </a:prstGeom>
        <a:solidFill>
          <a:schemeClr val="accent5">
            <a:hueOff val="-6321557"/>
            <a:satOff val="25334"/>
            <a:lumOff val="549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5FE7E0-5D67-43C9-A6C1-243FA64E9B4E}">
      <dsp:nvSpPr>
        <dsp:cNvPr id="0" name=""/>
        <dsp:cNvSpPr/>
      </dsp:nvSpPr>
      <dsp:spPr>
        <a:xfrm>
          <a:off x="2205095" y="2076278"/>
          <a:ext cx="1922381" cy="1246111"/>
        </a:xfrm>
        <a:prstGeom prst="roundRect">
          <a:avLst>
            <a:gd name="adj" fmla="val 10000"/>
          </a:avLst>
        </a:prstGeom>
        <a:solidFill>
          <a:schemeClr val="accent1">
            <a:lumMod val="60000"/>
            <a:lumOff val="4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lvl="0" indent="0" algn="ctr" defTabSz="2889250" rtl="1">
            <a:lnSpc>
              <a:spcPct val="90000"/>
            </a:lnSpc>
            <a:spcBef>
              <a:spcPct val="0"/>
            </a:spcBef>
            <a:spcAft>
              <a:spcPct val="35000"/>
            </a:spcAft>
            <a:buNone/>
          </a:pPr>
          <a:r>
            <a:rPr lang="he-IL" sz="6500" b="1" kern="1200" dirty="0">
              <a:latin typeface="Gisha" panose="020B0502040204020203" pitchFamily="34" charset="-79"/>
              <a:cs typeface="+mn-cs"/>
            </a:rPr>
            <a:t>                                         </a:t>
          </a:r>
          <a:endParaRPr lang="en-US" sz="6500" kern="1200" dirty="0">
            <a:solidFill>
              <a:schemeClr val="tx1">
                <a:lumMod val="65000"/>
                <a:lumOff val="35000"/>
              </a:schemeClr>
            </a:solidFill>
            <a:cs typeface="+mn-cs"/>
          </a:endParaRPr>
        </a:p>
      </dsp:txBody>
      <dsp:txXfrm>
        <a:off x="2241592" y="2112775"/>
        <a:ext cx="1849387" cy="1173117"/>
      </dsp:txXfrm>
    </dsp:sp>
    <dsp:sp modelId="{C89AA386-068C-42A3-842E-8F792FB8A3B3}">
      <dsp:nvSpPr>
        <dsp:cNvPr id="0" name=""/>
        <dsp:cNvSpPr/>
      </dsp:nvSpPr>
      <dsp:spPr>
        <a:xfrm rot="5400000">
          <a:off x="3124234" y="3364441"/>
          <a:ext cx="84104" cy="84104"/>
        </a:xfrm>
        <a:prstGeom prst="rightArrow">
          <a:avLst>
            <a:gd name="adj1" fmla="val 66700"/>
            <a:gd name="adj2" fmla="val 50000"/>
          </a:avLst>
        </a:prstGeom>
        <a:solidFill>
          <a:schemeClr val="accent5">
            <a:hueOff val="-7224638"/>
            <a:satOff val="28953"/>
            <a:lumOff val="627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5F34CF7-D484-4223-BA00-88BE69E9438B}">
      <dsp:nvSpPr>
        <dsp:cNvPr id="0" name=""/>
        <dsp:cNvSpPr/>
      </dsp:nvSpPr>
      <dsp:spPr>
        <a:xfrm>
          <a:off x="2205095" y="3490598"/>
          <a:ext cx="1922381" cy="722469"/>
        </a:xfrm>
        <a:prstGeom prst="roundRect">
          <a:avLst>
            <a:gd name="adj" fmla="val 10000"/>
          </a:avLst>
        </a:prstGeom>
        <a:solidFill>
          <a:schemeClr val="accent1">
            <a:lumMod val="60000"/>
            <a:lumOff val="40000"/>
            <a:alpha val="9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b="1" kern="1200" dirty="0">
            <a:solidFill>
              <a:schemeClr val="tx1"/>
            </a:solidFill>
          </a:endParaRPr>
        </a:p>
      </dsp:txBody>
      <dsp:txXfrm>
        <a:off x="2226255" y="3511758"/>
        <a:ext cx="1880061" cy="680149"/>
      </dsp:txXfrm>
    </dsp:sp>
    <dsp:sp modelId="{A31D06E8-4293-4623-BFC4-2D8FDB877569}">
      <dsp:nvSpPr>
        <dsp:cNvPr id="0" name=""/>
        <dsp:cNvSpPr/>
      </dsp:nvSpPr>
      <dsp:spPr>
        <a:xfrm rot="5400000">
          <a:off x="3124234" y="4255119"/>
          <a:ext cx="84104" cy="84104"/>
        </a:xfrm>
        <a:prstGeom prst="rightArrow">
          <a:avLst>
            <a:gd name="adj1" fmla="val 66700"/>
            <a:gd name="adj2" fmla="val 50000"/>
          </a:avLst>
        </a:prstGeom>
        <a:solidFill>
          <a:schemeClr val="accent5">
            <a:hueOff val="-8127717"/>
            <a:satOff val="32573"/>
            <a:lumOff val="705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CE66B6-331F-42E6-A75E-314CB1A1066B}">
      <dsp:nvSpPr>
        <dsp:cNvPr id="0" name=""/>
        <dsp:cNvSpPr/>
      </dsp:nvSpPr>
      <dsp:spPr>
        <a:xfrm>
          <a:off x="2205095" y="4381276"/>
          <a:ext cx="1922381" cy="549488"/>
        </a:xfrm>
        <a:prstGeom prst="roundRect">
          <a:avLst>
            <a:gd name="adj" fmla="val 10000"/>
          </a:avLst>
        </a:prstGeom>
        <a:solidFill>
          <a:schemeClr val="accent1">
            <a:lumMod val="60000"/>
            <a:lumOff val="40000"/>
            <a:alpha val="9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rtl="1">
            <a:lnSpc>
              <a:spcPct val="90000"/>
            </a:lnSpc>
            <a:spcBef>
              <a:spcPct val="0"/>
            </a:spcBef>
            <a:spcAft>
              <a:spcPct val="35000"/>
            </a:spcAft>
            <a:buNone/>
          </a:pPr>
          <a:endParaRPr lang="he-IL" sz="3200" b="1" kern="1200" dirty="0">
            <a:solidFill>
              <a:schemeClr val="tx1"/>
            </a:solidFill>
            <a:latin typeface="Arial" panose="020B0604020202020204" pitchFamily="34" charset="0"/>
            <a:cs typeface="Arial" panose="020B0604020202020204" pitchFamily="34" charset="0"/>
          </a:endParaRPr>
        </a:p>
      </dsp:txBody>
      <dsp:txXfrm>
        <a:off x="2221189" y="4397370"/>
        <a:ext cx="1890193" cy="517300"/>
      </dsp:txXfrm>
    </dsp:sp>
    <dsp:sp modelId="{693D8F64-B87C-4263-8EA3-CC9709E3B9C0}">
      <dsp:nvSpPr>
        <dsp:cNvPr id="0" name=""/>
        <dsp:cNvSpPr/>
      </dsp:nvSpPr>
      <dsp:spPr>
        <a:xfrm>
          <a:off x="0" y="504056"/>
          <a:ext cx="1922381" cy="480595"/>
        </a:xfrm>
        <a:prstGeom prst="roundRect">
          <a:avLst>
            <a:gd name="adj" fmla="val 10000"/>
          </a:avLst>
        </a:prstGeom>
        <a:solidFill>
          <a:schemeClr val="accent1">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المدرسي</a:t>
          </a:r>
          <a:endParaRPr lang="en-US" sz="1800" b="1" kern="1200" dirty="0"/>
        </a:p>
      </dsp:txBody>
      <dsp:txXfrm>
        <a:off x="14076" y="518132"/>
        <a:ext cx="1894229" cy="452443"/>
      </dsp:txXfrm>
    </dsp:sp>
    <dsp:sp modelId="{981DBF91-3E60-4CFA-8089-52A3A42081B0}">
      <dsp:nvSpPr>
        <dsp:cNvPr id="0" name=""/>
        <dsp:cNvSpPr/>
      </dsp:nvSpPr>
      <dsp:spPr>
        <a:xfrm rot="5399952">
          <a:off x="925508" y="1013973"/>
          <a:ext cx="71374" cy="84104"/>
        </a:xfrm>
        <a:prstGeom prst="rightArrow">
          <a:avLst>
            <a:gd name="adj1" fmla="val 66700"/>
            <a:gd name="adj2" fmla="val 50000"/>
          </a:avLst>
        </a:prstGeom>
        <a:solidFill>
          <a:schemeClr val="accent5">
            <a:hueOff val="-9030797"/>
            <a:satOff val="36192"/>
            <a:lumOff val="784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3B45FE3-121F-41B0-819E-D66F84FA81A3}">
      <dsp:nvSpPr>
        <dsp:cNvPr id="0" name=""/>
        <dsp:cNvSpPr/>
      </dsp:nvSpPr>
      <dsp:spPr>
        <a:xfrm>
          <a:off x="8" y="1127400"/>
          <a:ext cx="1922381" cy="480595"/>
        </a:xfrm>
        <a:prstGeom prst="roundRect">
          <a:avLst>
            <a:gd name="adj" fmla="val 10000"/>
          </a:avLst>
        </a:prstGeom>
        <a:solidFill>
          <a:schemeClr val="accent1">
            <a:lumMod val="40000"/>
            <a:lumOff val="6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rtl="1">
            <a:lnSpc>
              <a:spcPct val="90000"/>
            </a:lnSpc>
            <a:spcBef>
              <a:spcPct val="0"/>
            </a:spcBef>
            <a:spcAft>
              <a:spcPct val="35000"/>
            </a:spcAft>
            <a:buNone/>
          </a:pPr>
          <a:endParaRPr lang="en-US" sz="2700" kern="1200" dirty="0">
            <a:solidFill>
              <a:schemeClr val="tx1"/>
            </a:solidFill>
          </a:endParaRPr>
        </a:p>
      </dsp:txBody>
      <dsp:txXfrm>
        <a:off x="14084" y="1141476"/>
        <a:ext cx="1894229" cy="452443"/>
      </dsp:txXfrm>
    </dsp:sp>
    <dsp:sp modelId="{3096F259-CF01-41C3-B67D-871CED37ACA1}">
      <dsp:nvSpPr>
        <dsp:cNvPr id="0" name=""/>
        <dsp:cNvSpPr/>
      </dsp:nvSpPr>
      <dsp:spPr>
        <a:xfrm rot="5334153">
          <a:off x="896072" y="1679887"/>
          <a:ext cx="143826" cy="84104"/>
        </a:xfrm>
        <a:prstGeom prst="rightArrow">
          <a:avLst>
            <a:gd name="adj1" fmla="val 66700"/>
            <a:gd name="adj2" fmla="val 50000"/>
          </a:avLst>
        </a:prstGeom>
        <a:solidFill>
          <a:schemeClr val="accent5">
            <a:hueOff val="-9933876"/>
            <a:satOff val="39811"/>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9CA7B6E-7F54-4BEE-B902-86855AE33C3C}">
      <dsp:nvSpPr>
        <dsp:cNvPr id="0" name=""/>
        <dsp:cNvSpPr/>
      </dsp:nvSpPr>
      <dsp:spPr>
        <a:xfrm>
          <a:off x="13580" y="1835884"/>
          <a:ext cx="1922381" cy="480595"/>
        </a:xfrm>
        <a:prstGeom prst="roundRect">
          <a:avLst>
            <a:gd name="adj" fmla="val 10000"/>
          </a:avLst>
        </a:prstGeom>
        <a:solidFill>
          <a:schemeClr val="accent1">
            <a:lumMod val="40000"/>
            <a:lumOff val="6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rtl="1">
            <a:lnSpc>
              <a:spcPct val="90000"/>
            </a:lnSpc>
            <a:spcBef>
              <a:spcPct val="0"/>
            </a:spcBef>
            <a:spcAft>
              <a:spcPct val="35000"/>
            </a:spcAft>
            <a:buNone/>
          </a:pPr>
          <a:endParaRPr lang="en-US" sz="2700" kern="1200" dirty="0">
            <a:solidFill>
              <a:schemeClr val="tx1"/>
            </a:solidFill>
            <a:cs typeface="+mn-cs"/>
          </a:endParaRPr>
        </a:p>
      </dsp:txBody>
      <dsp:txXfrm>
        <a:off x="27656" y="1849960"/>
        <a:ext cx="1894229" cy="4524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AE330-4086-42DB-9D70-E3D011571FD0}">
      <dsp:nvSpPr>
        <dsp:cNvPr id="0" name=""/>
        <dsp:cNvSpPr/>
      </dsp:nvSpPr>
      <dsp:spPr>
        <a:xfrm>
          <a:off x="6574562" y="448172"/>
          <a:ext cx="1922381" cy="480595"/>
        </a:xfrm>
        <a:prstGeom prst="roundRect">
          <a:avLst>
            <a:gd name="adj" fmla="val 10000"/>
          </a:avLst>
        </a:prstGeom>
        <a:solidFill>
          <a:schemeClr val="accent1">
            <a:lumMod val="75000"/>
          </a:schemeClr>
        </a:solidFill>
        <a:ln w="25400" cap="flat" cmpd="sng" algn="ctr">
          <a:solidFill>
            <a:srgbClr val="FF9933"/>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الذاتي(الشخصي)</a:t>
          </a:r>
          <a:endParaRPr lang="en-US" sz="1800" b="1" kern="1200" dirty="0"/>
        </a:p>
      </dsp:txBody>
      <dsp:txXfrm>
        <a:off x="6588638" y="462248"/>
        <a:ext cx="1894229" cy="452443"/>
      </dsp:txXfrm>
    </dsp:sp>
    <dsp:sp modelId="{C8C5E0B5-2FAE-4602-9584-9FA618599313}">
      <dsp:nvSpPr>
        <dsp:cNvPr id="0" name=""/>
        <dsp:cNvSpPr/>
      </dsp:nvSpPr>
      <dsp:spPr>
        <a:xfrm rot="5400029">
          <a:off x="7486092" y="986031"/>
          <a:ext cx="99316" cy="84104"/>
        </a:xfrm>
        <a:prstGeom prst="rightArrow">
          <a:avLst>
            <a:gd name="adj1" fmla="val 667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C0FF507-D293-4284-8BE4-5B5F63DBD3FC}">
      <dsp:nvSpPr>
        <dsp:cNvPr id="0" name=""/>
        <dsp:cNvSpPr/>
      </dsp:nvSpPr>
      <dsp:spPr>
        <a:xfrm>
          <a:off x="6574553" y="1127400"/>
          <a:ext cx="1922381" cy="1193746"/>
        </a:xfrm>
        <a:prstGeom prst="roundRect">
          <a:avLst>
            <a:gd name="adj" fmla="val 10000"/>
          </a:avLst>
        </a:prstGeom>
        <a:solidFill>
          <a:schemeClr val="tx2">
            <a:lumMod val="40000"/>
            <a:lumOff val="60000"/>
          </a:schemeClr>
        </a:solidFill>
        <a:ln w="25400" cap="flat" cmpd="sng" algn="ctr">
          <a:solidFill>
            <a:schemeClr val="accent6">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ar-SA" sz="1400" b="1" kern="1200" dirty="0">
              <a:solidFill>
                <a:schemeClr val="tx1"/>
              </a:solidFill>
              <a:cs typeface="+mn-cs"/>
            </a:rPr>
            <a:t>المساهمة في الشعور بالكفاءة ،</a:t>
          </a:r>
        </a:p>
        <a:p>
          <a:pPr marL="0" lvl="0" indent="0" algn="ctr" defTabSz="622300">
            <a:lnSpc>
              <a:spcPct val="90000"/>
            </a:lnSpc>
            <a:spcBef>
              <a:spcPct val="0"/>
            </a:spcBef>
            <a:spcAft>
              <a:spcPct val="35000"/>
            </a:spcAft>
            <a:buNone/>
          </a:pPr>
          <a:r>
            <a:rPr lang="ar-SA" sz="1400" b="1" kern="1200" dirty="0">
              <a:solidFill>
                <a:schemeClr val="tx1"/>
              </a:solidFill>
              <a:cs typeface="+mn-cs"/>
            </a:rPr>
            <a:t>تكوين الهوية الشخصية،</a:t>
          </a:r>
        </a:p>
        <a:p>
          <a:pPr marL="0" lvl="0" indent="0" algn="ctr" defTabSz="622300">
            <a:lnSpc>
              <a:spcPct val="90000"/>
            </a:lnSpc>
            <a:spcBef>
              <a:spcPct val="0"/>
            </a:spcBef>
            <a:spcAft>
              <a:spcPct val="35000"/>
            </a:spcAft>
            <a:buNone/>
          </a:pPr>
          <a:r>
            <a:rPr lang="ar-SA" sz="1400" b="1" kern="1200" dirty="0">
              <a:solidFill>
                <a:schemeClr val="tx1"/>
              </a:solidFill>
              <a:cs typeface="+mn-cs"/>
            </a:rPr>
            <a:t>التطور الأخلاقي </a:t>
          </a:r>
        </a:p>
        <a:p>
          <a:pPr marL="0" lvl="0" indent="0" algn="ctr" defTabSz="622300">
            <a:lnSpc>
              <a:spcPct val="90000"/>
            </a:lnSpc>
            <a:spcBef>
              <a:spcPct val="0"/>
            </a:spcBef>
            <a:spcAft>
              <a:spcPct val="35000"/>
            </a:spcAft>
            <a:buNone/>
          </a:pPr>
          <a:endParaRPr lang="en-US" sz="1400" b="1" kern="1200" dirty="0">
            <a:solidFill>
              <a:schemeClr val="tx1">
                <a:lumMod val="65000"/>
                <a:lumOff val="35000"/>
              </a:schemeClr>
            </a:solidFill>
            <a:cs typeface="+mn-cs"/>
          </a:endParaRPr>
        </a:p>
      </dsp:txBody>
      <dsp:txXfrm>
        <a:off x="6609517" y="1162364"/>
        <a:ext cx="1852453" cy="1123818"/>
      </dsp:txXfrm>
    </dsp:sp>
    <dsp:sp modelId="{7EDA7D11-3034-4232-8442-671AC900DD31}">
      <dsp:nvSpPr>
        <dsp:cNvPr id="0" name=""/>
        <dsp:cNvSpPr/>
      </dsp:nvSpPr>
      <dsp:spPr>
        <a:xfrm rot="5472370">
          <a:off x="7463543" y="2378661"/>
          <a:ext cx="115075" cy="84104"/>
        </a:xfrm>
        <a:prstGeom prst="rightArrow">
          <a:avLst>
            <a:gd name="adj1" fmla="val 66700"/>
            <a:gd name="adj2" fmla="val 50000"/>
          </a:avLst>
        </a:prstGeom>
        <a:solidFill>
          <a:schemeClr val="accent5">
            <a:hueOff val="-903080"/>
            <a:satOff val="3619"/>
            <a:lumOff val="78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72CBE2-3574-4465-B8CB-3B37B494CC5F}">
      <dsp:nvSpPr>
        <dsp:cNvPr id="0" name=""/>
        <dsp:cNvSpPr/>
      </dsp:nvSpPr>
      <dsp:spPr>
        <a:xfrm>
          <a:off x="6552734" y="2520281"/>
          <a:ext cx="1922381" cy="480595"/>
        </a:xfrm>
        <a:prstGeom prst="roundRect">
          <a:avLst>
            <a:gd name="adj" fmla="val 10000"/>
          </a:avLst>
        </a:prstGeom>
        <a:solidFill>
          <a:schemeClr val="tx2">
            <a:lumMod val="40000"/>
            <a:lumOff val="60000"/>
          </a:schemeClr>
        </a:solidFill>
        <a:ln w="25400" cap="flat" cmpd="sng" algn="ctr">
          <a:solidFill>
            <a:schemeClr val="accent6">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solidFill>
              <a:latin typeface="Gisha" panose="020B0502040204020203" pitchFamily="34" charset="-79"/>
              <a:cs typeface="+mn-cs"/>
            </a:rPr>
            <a:t>التحضير للمجال المهني (العمل)</a:t>
          </a:r>
          <a:endParaRPr lang="he-IL" sz="1400" b="1" kern="1200" dirty="0">
            <a:solidFill>
              <a:schemeClr val="tx1"/>
            </a:solidFill>
            <a:latin typeface="Gisha" panose="020B0502040204020203" pitchFamily="34" charset="-79"/>
            <a:cs typeface="+mn-cs"/>
          </a:endParaRPr>
        </a:p>
      </dsp:txBody>
      <dsp:txXfrm>
        <a:off x="6566810" y="2534357"/>
        <a:ext cx="1894229" cy="452443"/>
      </dsp:txXfrm>
    </dsp:sp>
    <dsp:sp modelId="{9F338A9F-7D98-4BFD-AF91-B89D8714EA70}">
      <dsp:nvSpPr>
        <dsp:cNvPr id="0" name=""/>
        <dsp:cNvSpPr/>
      </dsp:nvSpPr>
      <dsp:spPr>
        <a:xfrm rot="5340921">
          <a:off x="7492636" y="3027465"/>
          <a:ext cx="53197" cy="84104"/>
        </a:xfrm>
        <a:prstGeom prst="rightArrow">
          <a:avLst>
            <a:gd name="adj1" fmla="val 66700"/>
            <a:gd name="adj2" fmla="val 50000"/>
          </a:avLst>
        </a:prstGeom>
        <a:solidFill>
          <a:schemeClr val="accent5">
            <a:hueOff val="-1806159"/>
            <a:satOff val="7238"/>
            <a:lumOff val="156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983BD8E-CDD2-43C2-9B23-805763F40942}">
      <dsp:nvSpPr>
        <dsp:cNvPr id="0" name=""/>
        <dsp:cNvSpPr/>
      </dsp:nvSpPr>
      <dsp:spPr>
        <a:xfrm>
          <a:off x="6574553" y="3138158"/>
          <a:ext cx="1922381" cy="1783845"/>
        </a:xfrm>
        <a:prstGeom prst="roundRect">
          <a:avLst>
            <a:gd name="adj" fmla="val 10000"/>
          </a:avLst>
        </a:prstGeom>
        <a:solidFill>
          <a:schemeClr val="tx2">
            <a:lumMod val="40000"/>
            <a:lumOff val="60000"/>
          </a:schemeClr>
        </a:solidFill>
        <a:ln w="25400" cap="flat" cmpd="sng" algn="ctr">
          <a:solidFill>
            <a:schemeClr val="accent6">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ar-SA" sz="1600" b="1" kern="1200" dirty="0">
              <a:solidFill>
                <a:schemeClr val="tx1"/>
              </a:solidFill>
            </a:rPr>
            <a:t>تقوية المهارات بين شخصية (</a:t>
          </a:r>
          <a:r>
            <a:rPr lang="ar-SA" sz="1600" b="1" kern="1200" dirty="0" err="1">
              <a:solidFill>
                <a:schemeClr val="tx1"/>
              </a:solidFill>
            </a:rPr>
            <a:t>بيْشخصية</a:t>
          </a:r>
          <a:r>
            <a:rPr lang="ar-SA" sz="1600" b="1" kern="1200" dirty="0">
              <a:solidFill>
                <a:schemeClr val="tx1"/>
              </a:solidFill>
            </a:rPr>
            <a:t> )</a:t>
          </a:r>
        </a:p>
        <a:p>
          <a:pPr marL="0" lvl="0" indent="0" algn="ctr" defTabSz="711200">
            <a:lnSpc>
              <a:spcPct val="90000"/>
            </a:lnSpc>
            <a:spcBef>
              <a:spcPct val="0"/>
            </a:spcBef>
            <a:spcAft>
              <a:spcPct val="35000"/>
            </a:spcAft>
            <a:buNone/>
          </a:pPr>
          <a:r>
            <a:rPr lang="he-IL" sz="1600" b="1" kern="1200" dirty="0">
              <a:solidFill>
                <a:schemeClr val="tx1"/>
              </a:solidFill>
            </a:rPr>
            <a:t>(בין אישי)</a:t>
          </a:r>
          <a:endParaRPr lang="ar-SA" sz="1600" b="1" kern="1200" dirty="0">
            <a:solidFill>
              <a:schemeClr val="tx1"/>
            </a:solidFill>
          </a:endParaRPr>
        </a:p>
        <a:p>
          <a:pPr marL="0" lvl="0" indent="0" algn="ctr" defTabSz="711200">
            <a:lnSpc>
              <a:spcPct val="90000"/>
            </a:lnSpc>
            <a:spcBef>
              <a:spcPct val="0"/>
            </a:spcBef>
            <a:spcAft>
              <a:spcPct val="35000"/>
            </a:spcAft>
            <a:buNone/>
          </a:pPr>
          <a:r>
            <a:rPr lang="ar-SA" sz="1600" b="1" kern="1200" dirty="0">
              <a:solidFill>
                <a:schemeClr val="tx1"/>
              </a:solidFill>
            </a:rPr>
            <a:t>مهارات الاتصال، القيادة والتعاون  </a:t>
          </a:r>
        </a:p>
        <a:p>
          <a:pPr marL="0" lvl="0" indent="0" algn="ctr" defTabSz="711200">
            <a:lnSpc>
              <a:spcPct val="90000"/>
            </a:lnSpc>
            <a:spcBef>
              <a:spcPct val="0"/>
            </a:spcBef>
            <a:spcAft>
              <a:spcPct val="35000"/>
            </a:spcAft>
            <a:buNone/>
          </a:pPr>
          <a:endParaRPr lang="en-US" sz="1200" b="1" kern="1200" dirty="0">
            <a:solidFill>
              <a:schemeClr val="tx1"/>
            </a:solidFill>
          </a:endParaRPr>
        </a:p>
      </dsp:txBody>
      <dsp:txXfrm>
        <a:off x="6626800" y="3190405"/>
        <a:ext cx="1817887" cy="1679351"/>
      </dsp:txXfrm>
    </dsp:sp>
    <dsp:sp modelId="{C9BC1CB0-3981-43F8-9E24-8A67D7775EF0}">
      <dsp:nvSpPr>
        <dsp:cNvPr id="0" name=""/>
        <dsp:cNvSpPr/>
      </dsp:nvSpPr>
      <dsp:spPr>
        <a:xfrm>
          <a:off x="4383057" y="487223"/>
          <a:ext cx="1922381" cy="480595"/>
        </a:xfrm>
        <a:prstGeom prst="roundRect">
          <a:avLst>
            <a:gd name="adj" fmla="val 10000"/>
          </a:avLst>
        </a:prstGeom>
        <a:solidFill>
          <a:schemeClr val="accent1">
            <a:lumMod val="7500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الاجتماعي</a:t>
          </a:r>
          <a:endParaRPr lang="en-US" sz="1800" b="1" kern="1200" dirty="0"/>
        </a:p>
      </dsp:txBody>
      <dsp:txXfrm>
        <a:off x="4397133" y="501299"/>
        <a:ext cx="1894229" cy="452443"/>
      </dsp:txXfrm>
    </dsp:sp>
    <dsp:sp modelId="{5A3CF1E5-4C58-4623-8B62-F87295F75C0C}">
      <dsp:nvSpPr>
        <dsp:cNvPr id="0" name=""/>
        <dsp:cNvSpPr/>
      </dsp:nvSpPr>
      <dsp:spPr>
        <a:xfrm rot="5400063">
          <a:off x="5304347" y="1005557"/>
          <a:ext cx="79790" cy="84104"/>
        </a:xfrm>
        <a:prstGeom prst="rightArrow">
          <a:avLst>
            <a:gd name="adj1" fmla="val 66700"/>
            <a:gd name="adj2" fmla="val 50000"/>
          </a:avLst>
        </a:prstGeom>
        <a:solidFill>
          <a:schemeClr val="accent5">
            <a:hueOff val="-2709239"/>
            <a:satOff val="10858"/>
            <a:lumOff val="235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312B66-FAAB-4329-A463-23B442F0E307}">
      <dsp:nvSpPr>
        <dsp:cNvPr id="0" name=""/>
        <dsp:cNvSpPr/>
      </dsp:nvSpPr>
      <dsp:spPr>
        <a:xfrm>
          <a:off x="4383038" y="1127400"/>
          <a:ext cx="1922381" cy="1295593"/>
        </a:xfrm>
        <a:prstGeom prst="roundRect">
          <a:avLst>
            <a:gd name="adj" fmla="val 10000"/>
          </a:avLst>
        </a:prstGeom>
        <a:solidFill>
          <a:schemeClr val="accent1">
            <a:lumMod val="40000"/>
            <a:lumOff val="60000"/>
          </a:schemeClr>
        </a:solidFill>
        <a:ln w="25400" cap="flat" cmpd="sng" algn="ctr">
          <a:solidFill>
            <a:srgbClr val="FF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ar-SA" sz="1400" b="1" kern="1200" dirty="0">
              <a:solidFill>
                <a:schemeClr val="tx1"/>
              </a:solidFill>
            </a:rPr>
            <a:t>تقليص الآراء المسبقة</a:t>
          </a:r>
        </a:p>
        <a:p>
          <a:pPr marL="0" lvl="0" indent="0" algn="ctr" defTabSz="622300">
            <a:lnSpc>
              <a:spcPct val="90000"/>
            </a:lnSpc>
            <a:spcBef>
              <a:spcPct val="0"/>
            </a:spcBef>
            <a:spcAft>
              <a:spcPct val="35000"/>
            </a:spcAft>
            <a:buNone/>
          </a:pPr>
          <a:r>
            <a:rPr lang="ar-SA" sz="1400" b="1" kern="1200" dirty="0">
              <a:solidFill>
                <a:schemeClr val="tx1"/>
              </a:solidFill>
            </a:rPr>
            <a:t>وتعزيز الفهم للتعددية </a:t>
          </a:r>
        </a:p>
        <a:p>
          <a:pPr marL="0" lvl="0" indent="0" algn="ctr" defTabSz="622300">
            <a:lnSpc>
              <a:spcPct val="90000"/>
            </a:lnSpc>
            <a:spcBef>
              <a:spcPct val="0"/>
            </a:spcBef>
            <a:spcAft>
              <a:spcPct val="35000"/>
            </a:spcAft>
            <a:buNone/>
          </a:pPr>
          <a:endParaRPr lang="ar-SA" sz="1400" b="1" kern="1200" dirty="0">
            <a:solidFill>
              <a:schemeClr val="tx1"/>
            </a:solidFill>
          </a:endParaRPr>
        </a:p>
        <a:p>
          <a:pPr marL="0" lvl="0" indent="0" algn="ctr" defTabSz="622300">
            <a:lnSpc>
              <a:spcPct val="90000"/>
            </a:lnSpc>
            <a:spcBef>
              <a:spcPct val="0"/>
            </a:spcBef>
            <a:spcAft>
              <a:spcPct val="35000"/>
            </a:spcAft>
            <a:buNone/>
          </a:pPr>
          <a:r>
            <a:rPr lang="ar-SA" sz="1400" b="1" kern="1200" dirty="0">
              <a:solidFill>
                <a:schemeClr val="tx1"/>
              </a:solidFill>
            </a:rPr>
            <a:t> </a:t>
          </a:r>
          <a:endParaRPr lang="en-US" sz="1400" b="1" kern="1200" dirty="0">
            <a:solidFill>
              <a:schemeClr val="tx1"/>
            </a:solidFill>
          </a:endParaRPr>
        </a:p>
      </dsp:txBody>
      <dsp:txXfrm>
        <a:off x="4420985" y="1165347"/>
        <a:ext cx="1846487" cy="1219699"/>
      </dsp:txXfrm>
    </dsp:sp>
    <dsp:sp modelId="{7B5FFBC3-8DA4-4825-BA5B-75D50E6253B7}">
      <dsp:nvSpPr>
        <dsp:cNvPr id="0" name=""/>
        <dsp:cNvSpPr/>
      </dsp:nvSpPr>
      <dsp:spPr>
        <a:xfrm rot="5400000">
          <a:off x="5302177" y="2465046"/>
          <a:ext cx="84104" cy="84104"/>
        </a:xfrm>
        <a:prstGeom prst="rightArrow">
          <a:avLst>
            <a:gd name="adj1" fmla="val 66700"/>
            <a:gd name="adj2" fmla="val 50000"/>
          </a:avLst>
        </a:prstGeom>
        <a:solidFill>
          <a:schemeClr val="accent5">
            <a:hueOff val="-3612319"/>
            <a:satOff val="14477"/>
            <a:lumOff val="313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20C27E-C12F-42FB-B3B1-BE22989BC78C}">
      <dsp:nvSpPr>
        <dsp:cNvPr id="0" name=""/>
        <dsp:cNvSpPr/>
      </dsp:nvSpPr>
      <dsp:spPr>
        <a:xfrm>
          <a:off x="4383038" y="2591202"/>
          <a:ext cx="1922381" cy="817723"/>
        </a:xfrm>
        <a:prstGeom prst="roundRect">
          <a:avLst>
            <a:gd name="adj" fmla="val 10000"/>
          </a:avLst>
        </a:prstGeom>
        <a:solidFill>
          <a:schemeClr val="accent1">
            <a:lumMod val="40000"/>
            <a:lumOff val="60000"/>
          </a:schemeClr>
        </a:solidFill>
        <a:ln w="25400" cap="flat" cmpd="sng" algn="ctr">
          <a:solidFill>
            <a:srgbClr val="FF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ar-SA" sz="1400" b="1" kern="1200" dirty="0">
              <a:solidFill>
                <a:schemeClr val="tx1"/>
              </a:solidFill>
            </a:rPr>
            <a:t>زيادة فرص التداخل والتطوع بعد انهاء التعليم </a:t>
          </a:r>
          <a:endParaRPr lang="en-US" sz="1400" b="1" kern="1200" dirty="0">
            <a:solidFill>
              <a:schemeClr val="tx1"/>
            </a:solidFill>
          </a:endParaRPr>
        </a:p>
      </dsp:txBody>
      <dsp:txXfrm>
        <a:off x="4406988" y="2615152"/>
        <a:ext cx="1874481" cy="769823"/>
      </dsp:txXfrm>
    </dsp:sp>
    <dsp:sp modelId="{7089C2D1-370C-40D7-B029-E2AE51438C3F}">
      <dsp:nvSpPr>
        <dsp:cNvPr id="0" name=""/>
        <dsp:cNvSpPr/>
      </dsp:nvSpPr>
      <dsp:spPr>
        <a:xfrm rot="5400000">
          <a:off x="5302177" y="3450977"/>
          <a:ext cx="84104" cy="84104"/>
        </a:xfrm>
        <a:prstGeom prst="rightArrow">
          <a:avLst>
            <a:gd name="adj1" fmla="val 66700"/>
            <a:gd name="adj2" fmla="val 50000"/>
          </a:avLst>
        </a:prstGeom>
        <a:solidFill>
          <a:schemeClr val="accent5">
            <a:hueOff val="-4515398"/>
            <a:satOff val="18096"/>
            <a:lumOff val="392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2A886C1-BA41-4DF9-9CD0-3BFD02EF7D63}">
      <dsp:nvSpPr>
        <dsp:cNvPr id="0" name=""/>
        <dsp:cNvSpPr/>
      </dsp:nvSpPr>
      <dsp:spPr>
        <a:xfrm>
          <a:off x="4383038" y="3577134"/>
          <a:ext cx="1922381" cy="480595"/>
        </a:xfrm>
        <a:prstGeom prst="roundRect">
          <a:avLst>
            <a:gd name="adj" fmla="val 10000"/>
          </a:avLst>
        </a:prstGeom>
        <a:solidFill>
          <a:schemeClr val="accent1">
            <a:lumMod val="40000"/>
            <a:lumOff val="60000"/>
          </a:schemeClr>
        </a:solidFill>
        <a:ln w="25400" cap="flat" cmpd="sng" algn="ctr">
          <a:solidFill>
            <a:srgbClr val="FF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ar-SA" sz="1400" b="1" kern="1200" dirty="0">
              <a:solidFill>
                <a:schemeClr val="tx1"/>
              </a:solidFill>
            </a:rPr>
            <a:t>تطوير المسؤولية الاجتماعية والمدنية</a:t>
          </a:r>
          <a:endParaRPr lang="en-US" sz="1400" b="1" kern="1200" dirty="0">
            <a:solidFill>
              <a:schemeClr val="tx1"/>
            </a:solidFill>
          </a:endParaRPr>
        </a:p>
      </dsp:txBody>
      <dsp:txXfrm>
        <a:off x="4397114" y="3591210"/>
        <a:ext cx="1894229" cy="452443"/>
      </dsp:txXfrm>
    </dsp:sp>
    <dsp:sp modelId="{6EADCEBD-F91D-423A-BABC-DA2B6290D570}">
      <dsp:nvSpPr>
        <dsp:cNvPr id="0" name=""/>
        <dsp:cNvSpPr/>
      </dsp:nvSpPr>
      <dsp:spPr>
        <a:xfrm>
          <a:off x="2205095" y="544860"/>
          <a:ext cx="1922381" cy="480595"/>
        </a:xfrm>
        <a:prstGeom prst="roundRect">
          <a:avLst>
            <a:gd name="adj" fmla="val 10000"/>
          </a:avLst>
        </a:prstGeom>
        <a:solidFill>
          <a:schemeClr val="accent1">
            <a:lumMod val="75000"/>
          </a:schemeClr>
        </a:solidFill>
        <a:ln w="25400" cap="flat" cmpd="sng" algn="ctr">
          <a:solidFill>
            <a:schemeClr val="accent3">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التعليمي</a:t>
          </a:r>
          <a:endParaRPr lang="en-US" sz="1800" b="1" kern="1200" dirty="0"/>
        </a:p>
      </dsp:txBody>
      <dsp:txXfrm>
        <a:off x="2219171" y="558936"/>
        <a:ext cx="1894229" cy="452443"/>
      </dsp:txXfrm>
    </dsp:sp>
    <dsp:sp modelId="{69500446-EE39-4304-8054-D0640A98E4AD}">
      <dsp:nvSpPr>
        <dsp:cNvPr id="0" name=""/>
        <dsp:cNvSpPr/>
      </dsp:nvSpPr>
      <dsp:spPr>
        <a:xfrm rot="5400000">
          <a:off x="3124234" y="1067507"/>
          <a:ext cx="84104" cy="84104"/>
        </a:xfrm>
        <a:prstGeom prst="rightArrow">
          <a:avLst>
            <a:gd name="adj1" fmla="val 66700"/>
            <a:gd name="adj2" fmla="val 50000"/>
          </a:avLst>
        </a:prstGeom>
        <a:solidFill>
          <a:schemeClr val="accent5">
            <a:hueOff val="-5418478"/>
            <a:satOff val="21715"/>
            <a:lumOff val="470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2244191-3671-461E-8114-07618F53D55D}">
      <dsp:nvSpPr>
        <dsp:cNvPr id="0" name=""/>
        <dsp:cNvSpPr/>
      </dsp:nvSpPr>
      <dsp:spPr>
        <a:xfrm>
          <a:off x="2205095" y="1193664"/>
          <a:ext cx="1922381" cy="720989"/>
        </a:xfrm>
        <a:prstGeom prst="roundRect">
          <a:avLst>
            <a:gd name="adj" fmla="val 10000"/>
          </a:avLst>
        </a:prstGeom>
        <a:solidFill>
          <a:schemeClr val="accent1">
            <a:lumMod val="60000"/>
            <a:lumOff val="4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solidFill>
              <a:cs typeface="+mn-cs"/>
            </a:rPr>
            <a:t>فهم المواقف والحالات المعقدة وغير الواضحة</a:t>
          </a:r>
          <a:endParaRPr lang="en-US" sz="1400" b="1" kern="1200" dirty="0">
            <a:solidFill>
              <a:schemeClr val="tx1"/>
            </a:solidFill>
            <a:cs typeface="+mn-cs"/>
          </a:endParaRPr>
        </a:p>
      </dsp:txBody>
      <dsp:txXfrm>
        <a:off x="2226212" y="1214781"/>
        <a:ext cx="1880147" cy="678755"/>
      </dsp:txXfrm>
    </dsp:sp>
    <dsp:sp modelId="{DF182822-A87C-477A-A394-AB83F0D6A545}">
      <dsp:nvSpPr>
        <dsp:cNvPr id="0" name=""/>
        <dsp:cNvSpPr/>
      </dsp:nvSpPr>
      <dsp:spPr>
        <a:xfrm rot="5400000">
          <a:off x="3127526" y="1953413"/>
          <a:ext cx="77520" cy="84104"/>
        </a:xfrm>
        <a:prstGeom prst="rightArrow">
          <a:avLst>
            <a:gd name="adj1" fmla="val 66700"/>
            <a:gd name="adj2" fmla="val 50000"/>
          </a:avLst>
        </a:prstGeom>
        <a:solidFill>
          <a:schemeClr val="accent5">
            <a:hueOff val="-6321557"/>
            <a:satOff val="25334"/>
            <a:lumOff val="549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5FE7E0-5D67-43C9-A6C1-243FA64E9B4E}">
      <dsp:nvSpPr>
        <dsp:cNvPr id="0" name=""/>
        <dsp:cNvSpPr/>
      </dsp:nvSpPr>
      <dsp:spPr>
        <a:xfrm>
          <a:off x="2205095" y="2076278"/>
          <a:ext cx="1922381" cy="1246111"/>
        </a:xfrm>
        <a:prstGeom prst="roundRect">
          <a:avLst>
            <a:gd name="adj" fmla="val 10000"/>
          </a:avLst>
        </a:prstGeom>
        <a:solidFill>
          <a:schemeClr val="accent1">
            <a:lumMod val="60000"/>
            <a:lumOff val="4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rtl="1">
            <a:lnSpc>
              <a:spcPct val="90000"/>
            </a:lnSpc>
            <a:spcBef>
              <a:spcPct val="0"/>
            </a:spcBef>
            <a:spcAft>
              <a:spcPct val="35000"/>
            </a:spcAft>
            <a:buNone/>
          </a:pPr>
          <a:r>
            <a:rPr lang="he-IL" sz="1400" b="1" kern="1200" dirty="0">
              <a:latin typeface="Gisha" panose="020B0502040204020203" pitchFamily="34" charset="-79"/>
              <a:cs typeface="+mn-cs"/>
            </a:rPr>
            <a:t>                                         </a:t>
          </a:r>
          <a:r>
            <a:rPr lang="ar-SA" sz="1600" b="1" kern="1200" dirty="0">
              <a:latin typeface="Gisha" panose="020B0502040204020203" pitchFamily="34" charset="-79"/>
              <a:cs typeface="+mn-cs"/>
            </a:rPr>
            <a:t>مهارات تعليمية مثل :</a:t>
          </a:r>
        </a:p>
        <a:p>
          <a:pPr marL="0" lvl="0" indent="0" algn="ctr" defTabSz="622300" rtl="1">
            <a:lnSpc>
              <a:spcPct val="90000"/>
            </a:lnSpc>
            <a:spcBef>
              <a:spcPct val="0"/>
            </a:spcBef>
            <a:spcAft>
              <a:spcPct val="35000"/>
            </a:spcAft>
            <a:buNone/>
          </a:pPr>
          <a:r>
            <a:rPr lang="ar-SA" sz="1600" b="1" kern="1200" dirty="0">
              <a:solidFill>
                <a:schemeClr val="tx1"/>
              </a:solidFill>
              <a:latin typeface="Gisha" panose="020B0502040204020203" pitchFamily="34" charset="-79"/>
              <a:cs typeface="+mn-cs"/>
            </a:rPr>
            <a:t>حل مشاكل والتفكير النقدي البنّاء  </a:t>
          </a:r>
          <a:endParaRPr lang="en-US" sz="1600" kern="1200" dirty="0">
            <a:solidFill>
              <a:schemeClr val="tx1"/>
            </a:solidFill>
            <a:cs typeface="+mn-cs"/>
          </a:endParaRPr>
        </a:p>
      </dsp:txBody>
      <dsp:txXfrm>
        <a:off x="2241592" y="2112775"/>
        <a:ext cx="1849387" cy="1173117"/>
      </dsp:txXfrm>
    </dsp:sp>
    <dsp:sp modelId="{C89AA386-068C-42A3-842E-8F792FB8A3B3}">
      <dsp:nvSpPr>
        <dsp:cNvPr id="0" name=""/>
        <dsp:cNvSpPr/>
      </dsp:nvSpPr>
      <dsp:spPr>
        <a:xfrm rot="5400000">
          <a:off x="3124234" y="3364441"/>
          <a:ext cx="84104" cy="84104"/>
        </a:xfrm>
        <a:prstGeom prst="rightArrow">
          <a:avLst>
            <a:gd name="adj1" fmla="val 66700"/>
            <a:gd name="adj2" fmla="val 50000"/>
          </a:avLst>
        </a:prstGeom>
        <a:solidFill>
          <a:schemeClr val="accent5">
            <a:hueOff val="-7224638"/>
            <a:satOff val="28953"/>
            <a:lumOff val="627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5F34CF7-D484-4223-BA00-88BE69E9438B}">
      <dsp:nvSpPr>
        <dsp:cNvPr id="0" name=""/>
        <dsp:cNvSpPr/>
      </dsp:nvSpPr>
      <dsp:spPr>
        <a:xfrm>
          <a:off x="2205095" y="3490598"/>
          <a:ext cx="1922381" cy="722469"/>
        </a:xfrm>
        <a:prstGeom prst="roundRect">
          <a:avLst>
            <a:gd name="adj" fmla="val 10000"/>
          </a:avLst>
        </a:prstGeom>
        <a:solidFill>
          <a:schemeClr val="accent1">
            <a:lumMod val="60000"/>
            <a:lumOff val="40000"/>
            <a:alpha val="9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ar-SA" sz="1400" b="1" kern="1200" dirty="0">
              <a:solidFill>
                <a:schemeClr val="tx1"/>
              </a:solidFill>
            </a:rPr>
            <a:t>تطبيق التعليم في أوضاع حياتية تطابق الواقع</a:t>
          </a:r>
          <a:endParaRPr lang="en-US" sz="1400" b="1" kern="1200" dirty="0">
            <a:solidFill>
              <a:schemeClr val="tx1"/>
            </a:solidFill>
          </a:endParaRPr>
        </a:p>
      </dsp:txBody>
      <dsp:txXfrm>
        <a:off x="2226255" y="3511758"/>
        <a:ext cx="1880061" cy="680149"/>
      </dsp:txXfrm>
    </dsp:sp>
    <dsp:sp modelId="{A31D06E8-4293-4623-BFC4-2D8FDB877569}">
      <dsp:nvSpPr>
        <dsp:cNvPr id="0" name=""/>
        <dsp:cNvSpPr/>
      </dsp:nvSpPr>
      <dsp:spPr>
        <a:xfrm rot="5400000">
          <a:off x="3124234" y="4255119"/>
          <a:ext cx="84104" cy="84104"/>
        </a:xfrm>
        <a:prstGeom prst="rightArrow">
          <a:avLst>
            <a:gd name="adj1" fmla="val 66700"/>
            <a:gd name="adj2" fmla="val 50000"/>
          </a:avLst>
        </a:prstGeom>
        <a:solidFill>
          <a:schemeClr val="accent5">
            <a:hueOff val="-8127717"/>
            <a:satOff val="32573"/>
            <a:lumOff val="705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CE66B6-331F-42E6-A75E-314CB1A1066B}">
      <dsp:nvSpPr>
        <dsp:cNvPr id="0" name=""/>
        <dsp:cNvSpPr/>
      </dsp:nvSpPr>
      <dsp:spPr>
        <a:xfrm>
          <a:off x="2205095" y="4381276"/>
          <a:ext cx="1922381" cy="549488"/>
        </a:xfrm>
        <a:prstGeom prst="roundRect">
          <a:avLst>
            <a:gd name="adj" fmla="val 10000"/>
          </a:avLst>
        </a:prstGeom>
        <a:solidFill>
          <a:schemeClr val="accent1">
            <a:lumMod val="60000"/>
            <a:lumOff val="40000"/>
            <a:alpha val="9000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solidFill>
              <a:latin typeface="Arial" panose="020B0604020202020204" pitchFamily="34" charset="0"/>
              <a:cs typeface="Arial" panose="020B0604020202020204" pitchFamily="34" charset="0"/>
            </a:rPr>
            <a:t>تقوية الشعور بأهمية</a:t>
          </a:r>
          <a:r>
            <a:rPr lang="ar-SA" sz="1400" b="1" i="0" kern="1200" dirty="0"/>
            <a:t> </a:t>
          </a:r>
        </a:p>
        <a:p>
          <a:pPr marL="0" lvl="0" indent="0" algn="ctr" defTabSz="622300" rtl="1">
            <a:lnSpc>
              <a:spcPct val="90000"/>
            </a:lnSpc>
            <a:spcBef>
              <a:spcPct val="0"/>
            </a:spcBef>
            <a:spcAft>
              <a:spcPct val="35000"/>
            </a:spcAft>
            <a:buNone/>
          </a:pPr>
          <a:r>
            <a:rPr lang="ar-SA" sz="1400" b="1" i="0" kern="1200" dirty="0"/>
            <a:t>ما يتم تعلمه</a:t>
          </a:r>
          <a:r>
            <a:rPr lang="ar-SA" sz="1400" b="1" kern="1200" dirty="0">
              <a:solidFill>
                <a:schemeClr val="tx1"/>
              </a:solidFill>
              <a:latin typeface="Arial" panose="020B0604020202020204" pitchFamily="34" charset="0"/>
              <a:cs typeface="Arial" panose="020B0604020202020204" pitchFamily="34" charset="0"/>
            </a:rPr>
            <a:t> </a:t>
          </a:r>
          <a:endParaRPr lang="he-IL" sz="1400" b="1" kern="1200" dirty="0">
            <a:solidFill>
              <a:schemeClr val="tx1"/>
            </a:solidFill>
            <a:latin typeface="Arial" panose="020B0604020202020204" pitchFamily="34" charset="0"/>
            <a:cs typeface="Arial" panose="020B0604020202020204" pitchFamily="34" charset="0"/>
          </a:endParaRPr>
        </a:p>
      </dsp:txBody>
      <dsp:txXfrm>
        <a:off x="2221189" y="4397370"/>
        <a:ext cx="1890193" cy="517300"/>
      </dsp:txXfrm>
    </dsp:sp>
    <dsp:sp modelId="{693D8F64-B87C-4263-8EA3-CC9709E3B9C0}">
      <dsp:nvSpPr>
        <dsp:cNvPr id="0" name=""/>
        <dsp:cNvSpPr/>
      </dsp:nvSpPr>
      <dsp:spPr>
        <a:xfrm>
          <a:off x="0" y="504056"/>
          <a:ext cx="1922381" cy="480595"/>
        </a:xfrm>
        <a:prstGeom prst="roundRect">
          <a:avLst>
            <a:gd name="adj" fmla="val 10000"/>
          </a:avLst>
        </a:prstGeom>
        <a:solidFill>
          <a:schemeClr val="accent1">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ar-SA" sz="1800" b="1" kern="1200" dirty="0"/>
            <a:t>المجال المدرسي</a:t>
          </a:r>
          <a:endParaRPr lang="en-US" sz="1800" b="1" kern="1200" dirty="0"/>
        </a:p>
      </dsp:txBody>
      <dsp:txXfrm>
        <a:off x="14076" y="518132"/>
        <a:ext cx="1894229" cy="452443"/>
      </dsp:txXfrm>
    </dsp:sp>
    <dsp:sp modelId="{981DBF91-3E60-4CFA-8089-52A3A42081B0}">
      <dsp:nvSpPr>
        <dsp:cNvPr id="0" name=""/>
        <dsp:cNvSpPr/>
      </dsp:nvSpPr>
      <dsp:spPr>
        <a:xfrm rot="5399952">
          <a:off x="925508" y="1013973"/>
          <a:ext cx="71374" cy="84104"/>
        </a:xfrm>
        <a:prstGeom prst="rightArrow">
          <a:avLst>
            <a:gd name="adj1" fmla="val 66700"/>
            <a:gd name="adj2" fmla="val 50000"/>
          </a:avLst>
        </a:prstGeom>
        <a:solidFill>
          <a:schemeClr val="accent5">
            <a:hueOff val="-9030797"/>
            <a:satOff val="36192"/>
            <a:lumOff val="784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3B45FE3-121F-41B0-819E-D66F84FA81A3}">
      <dsp:nvSpPr>
        <dsp:cNvPr id="0" name=""/>
        <dsp:cNvSpPr/>
      </dsp:nvSpPr>
      <dsp:spPr>
        <a:xfrm>
          <a:off x="8" y="1127400"/>
          <a:ext cx="1922381" cy="480595"/>
        </a:xfrm>
        <a:prstGeom prst="roundRect">
          <a:avLst>
            <a:gd name="adj" fmla="val 10000"/>
          </a:avLst>
        </a:prstGeom>
        <a:solidFill>
          <a:schemeClr val="accent1">
            <a:lumMod val="40000"/>
            <a:lumOff val="6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solidFill>
            </a:rPr>
            <a:t>تقوية العلاقات مع المعلمين </a:t>
          </a:r>
          <a:endParaRPr lang="en-US" sz="1400" b="1" kern="1200" dirty="0">
            <a:solidFill>
              <a:schemeClr val="tx1"/>
            </a:solidFill>
          </a:endParaRPr>
        </a:p>
      </dsp:txBody>
      <dsp:txXfrm>
        <a:off x="14084" y="1141476"/>
        <a:ext cx="1894229" cy="452443"/>
      </dsp:txXfrm>
    </dsp:sp>
    <dsp:sp modelId="{3096F259-CF01-41C3-B67D-871CED37ACA1}">
      <dsp:nvSpPr>
        <dsp:cNvPr id="0" name=""/>
        <dsp:cNvSpPr/>
      </dsp:nvSpPr>
      <dsp:spPr>
        <a:xfrm rot="5400000">
          <a:off x="871144" y="1698050"/>
          <a:ext cx="180109" cy="84104"/>
        </a:xfrm>
        <a:prstGeom prst="rightArrow">
          <a:avLst>
            <a:gd name="adj1" fmla="val 66700"/>
            <a:gd name="adj2" fmla="val 50000"/>
          </a:avLst>
        </a:prstGeom>
        <a:solidFill>
          <a:schemeClr val="accent5">
            <a:hueOff val="-9933876"/>
            <a:satOff val="39811"/>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9CA7B6E-7F54-4BEE-B902-86855AE33C3C}">
      <dsp:nvSpPr>
        <dsp:cNvPr id="0" name=""/>
        <dsp:cNvSpPr/>
      </dsp:nvSpPr>
      <dsp:spPr>
        <a:xfrm>
          <a:off x="8" y="1872208"/>
          <a:ext cx="1922381" cy="480595"/>
        </a:xfrm>
        <a:prstGeom prst="roundRect">
          <a:avLst>
            <a:gd name="adj" fmla="val 10000"/>
          </a:avLst>
        </a:prstGeom>
        <a:solidFill>
          <a:schemeClr val="accent1">
            <a:lumMod val="40000"/>
            <a:lumOff val="6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rtl="1">
            <a:lnSpc>
              <a:spcPct val="90000"/>
            </a:lnSpc>
            <a:spcBef>
              <a:spcPct val="0"/>
            </a:spcBef>
            <a:spcAft>
              <a:spcPct val="35000"/>
            </a:spcAft>
            <a:buNone/>
          </a:pPr>
          <a:r>
            <a:rPr lang="ar-SA" sz="1400" b="1" kern="1200" dirty="0">
              <a:solidFill>
                <a:schemeClr val="tx1"/>
              </a:solidFill>
              <a:cs typeface="+mn-cs"/>
            </a:rPr>
            <a:t>تقوية الشعور بالانتماء للمدرسة </a:t>
          </a:r>
          <a:endParaRPr lang="en-US" sz="1400" b="1" kern="1200" dirty="0">
            <a:solidFill>
              <a:schemeClr val="tx1"/>
            </a:solidFill>
            <a:cs typeface="+mn-cs"/>
          </a:endParaRPr>
        </a:p>
      </dsp:txBody>
      <dsp:txXfrm>
        <a:off x="14084" y="1886284"/>
        <a:ext cx="1894229" cy="4524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9C3FC8-1CAD-4EA5-A483-E295D8FEE5FC}">
      <dsp:nvSpPr>
        <dsp:cNvPr id="0" name=""/>
        <dsp:cNvSpPr/>
      </dsp:nvSpPr>
      <dsp:spPr>
        <a:xfrm>
          <a:off x="2235063" y="96804"/>
          <a:ext cx="2879524" cy="2437795"/>
        </a:xfrm>
        <a:prstGeom prst="circularArrow">
          <a:avLst>
            <a:gd name="adj1" fmla="val 10980"/>
            <a:gd name="adj2" fmla="val 1142322"/>
            <a:gd name="adj3" fmla="val 4500000"/>
            <a:gd name="adj4" fmla="val 10800000"/>
            <a:gd name="adj5" fmla="val 12500"/>
          </a:avLst>
        </a:prstGeom>
        <a:solidFill>
          <a:srgbClr val="C4BC96"/>
        </a:solidFill>
        <a:ln w="25400" cap="flat" cmpd="sng" algn="ctr">
          <a:solidFill>
            <a:schemeClr val="lt1">
              <a:hueOff val="0"/>
              <a:satOff val="0"/>
              <a:lumOff val="0"/>
              <a:alphaOff val="0"/>
            </a:schemeClr>
          </a:solidFill>
          <a:prstDash val="solid"/>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sp>
    <dsp:sp modelId="{4D19CC7B-7EFA-4091-8F83-86CCD9BFF2CA}">
      <dsp:nvSpPr>
        <dsp:cNvPr id="0" name=""/>
        <dsp:cNvSpPr/>
      </dsp:nvSpPr>
      <dsp:spPr>
        <a:xfrm>
          <a:off x="2673358" y="736159"/>
          <a:ext cx="1960076" cy="989966"/>
        </a:xfrm>
        <a:prstGeom prst="rect">
          <a:avLst/>
        </a:prstGeom>
        <a:noFill/>
        <a:ln>
          <a:noFill/>
        </a:ln>
        <a:effectLst/>
        <a:scene3d>
          <a:camera prst="orthographicFront"/>
          <a:lightRig rig="threePt" dir="t"/>
        </a:scene3d>
        <a:sp3d>
          <a:bevelT w="114300" prst="artDeco"/>
        </a:sp3d>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SA" sz="1800" b="1" kern="1200" dirty="0"/>
            <a:t>تعليم نظري:</a:t>
          </a:r>
        </a:p>
        <a:p>
          <a:pPr marL="0" lvl="0" indent="0" algn="ctr" defTabSz="800100" rtl="1">
            <a:lnSpc>
              <a:spcPct val="90000"/>
            </a:lnSpc>
            <a:spcBef>
              <a:spcPct val="0"/>
            </a:spcBef>
            <a:spcAft>
              <a:spcPct val="35000"/>
            </a:spcAft>
            <a:buNone/>
          </a:pPr>
          <a:r>
            <a:rPr lang="ar-SA" sz="1800" b="1" kern="1200" dirty="0"/>
            <a:t>جغرافيا نتعلم عن أسباب المصائب في الطبيعة</a:t>
          </a:r>
          <a:endParaRPr lang="he-IL" sz="2400" b="1" u="sng" kern="1200" dirty="0"/>
        </a:p>
      </dsp:txBody>
      <dsp:txXfrm>
        <a:off x="2673358" y="736159"/>
        <a:ext cx="1960076" cy="989966"/>
      </dsp:txXfrm>
    </dsp:sp>
    <dsp:sp modelId="{1C70EDFC-143B-4C54-A037-61E6B54A07B8}">
      <dsp:nvSpPr>
        <dsp:cNvPr id="0" name=""/>
        <dsp:cNvSpPr/>
      </dsp:nvSpPr>
      <dsp:spPr>
        <a:xfrm>
          <a:off x="1365008" y="1484688"/>
          <a:ext cx="3447444" cy="2269807"/>
        </a:xfrm>
        <a:prstGeom prst="leftCircularArrow">
          <a:avLst>
            <a:gd name="adj1" fmla="val 10980"/>
            <a:gd name="adj2" fmla="val 1142322"/>
            <a:gd name="adj3" fmla="val 6300000"/>
            <a:gd name="adj4" fmla="val 18900000"/>
            <a:gd name="adj5" fmla="val 12500"/>
          </a:avLst>
        </a:prstGeom>
        <a:solidFill>
          <a:srgbClr val="0070C0"/>
        </a:solidFill>
        <a:ln w="25400" cap="flat" cmpd="sng" algn="ctr">
          <a:solidFill>
            <a:schemeClr val="lt1">
              <a:hueOff val="0"/>
              <a:satOff val="0"/>
              <a:lumOff val="0"/>
              <a:alphaOff val="0"/>
            </a:schemeClr>
          </a:solidFill>
          <a:prstDash val="solid"/>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sp>
    <dsp:sp modelId="{1C67F34C-E5CA-439F-B155-EFA0CC2A5720}">
      <dsp:nvSpPr>
        <dsp:cNvPr id="0" name=""/>
        <dsp:cNvSpPr/>
      </dsp:nvSpPr>
      <dsp:spPr>
        <a:xfrm>
          <a:off x="1682250" y="2236781"/>
          <a:ext cx="2133118" cy="677052"/>
        </a:xfrm>
        <a:prstGeom prst="rect">
          <a:avLst/>
        </a:prstGeom>
        <a:noFill/>
        <a:ln>
          <a:noFill/>
        </a:ln>
        <a:effectLst/>
        <a:scene3d>
          <a:camera prst="orthographicFront"/>
          <a:lightRig rig="threePt" dir="t"/>
        </a:scene3d>
        <a:sp3d>
          <a:bevelT w="114300" prst="artDeco"/>
        </a:sp3d>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t>تطبيق عملي </a:t>
          </a:r>
          <a:r>
            <a:rPr lang="he-IL" sz="1400" b="1" kern="1200" dirty="0"/>
            <a:t>:  </a:t>
          </a:r>
        </a:p>
        <a:p>
          <a:pPr marL="0" lvl="0" indent="0" algn="ctr" defTabSz="622300" rtl="1">
            <a:lnSpc>
              <a:spcPct val="90000"/>
            </a:lnSpc>
            <a:spcBef>
              <a:spcPct val="0"/>
            </a:spcBef>
            <a:spcAft>
              <a:spcPct val="35000"/>
            </a:spcAft>
            <a:buNone/>
          </a:pPr>
          <a:r>
            <a:rPr lang="ar-SA" sz="1800" b="1" u="sng" kern="1200" dirty="0"/>
            <a:t>مشاريع عملية لتطوير الوعي في المجتمع لتأثير الانسان</a:t>
          </a:r>
          <a:endParaRPr lang="he-IL" sz="1800" b="1" u="sng" kern="1200" dirty="0"/>
        </a:p>
      </dsp:txBody>
      <dsp:txXfrm>
        <a:off x="1682250" y="2236781"/>
        <a:ext cx="2133118" cy="677052"/>
      </dsp:txXfrm>
    </dsp:sp>
    <dsp:sp modelId="{A486A1A9-D1FA-4B06-AF83-9008DEB0C6AE}">
      <dsp:nvSpPr>
        <dsp:cNvPr id="0" name=""/>
        <dsp:cNvSpPr/>
      </dsp:nvSpPr>
      <dsp:spPr>
        <a:xfrm>
          <a:off x="2565750" y="2931673"/>
          <a:ext cx="2403595" cy="2094964"/>
        </a:xfrm>
        <a:prstGeom prst="blockArc">
          <a:avLst>
            <a:gd name="adj1" fmla="val 13500000"/>
            <a:gd name="adj2" fmla="val 10800000"/>
            <a:gd name="adj3" fmla="val 1274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sp>
    <dsp:sp modelId="{62F8AA45-C217-4FC5-A54A-2131B111518B}">
      <dsp:nvSpPr>
        <dsp:cNvPr id="0" name=""/>
        <dsp:cNvSpPr/>
      </dsp:nvSpPr>
      <dsp:spPr>
        <a:xfrm>
          <a:off x="3131123" y="3237800"/>
          <a:ext cx="1354429" cy="1368249"/>
        </a:xfrm>
        <a:prstGeom prst="rect">
          <a:avLst/>
        </a:prstGeom>
        <a:noFill/>
        <a:ln>
          <a:noFill/>
        </a:ln>
        <a:effectLst/>
        <a:scene3d>
          <a:camera prst="orthographicFront"/>
          <a:lightRig rig="threePt" dir="t"/>
        </a:scene3d>
        <a:sp3d>
          <a:bevelT w="114300" prst="artDeco"/>
        </a:sp3d>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t>هدف المحادثة ة القيمية والاسترجاع الذهني </a:t>
          </a:r>
          <a:r>
            <a:rPr lang="he-IL" sz="1400" b="1" kern="1200" dirty="0"/>
            <a:t>: </a:t>
          </a:r>
        </a:p>
        <a:p>
          <a:pPr marL="0" lvl="0" indent="0" algn="ctr" defTabSz="622300" rtl="1">
            <a:lnSpc>
              <a:spcPct val="90000"/>
            </a:lnSpc>
            <a:spcBef>
              <a:spcPct val="0"/>
            </a:spcBef>
            <a:spcAft>
              <a:spcPct val="35000"/>
            </a:spcAft>
            <a:buNone/>
          </a:pPr>
          <a:r>
            <a:rPr lang="ar-SA" sz="1800" b="1" u="sng" kern="1200" dirty="0"/>
            <a:t>تطوير مسؤولية شخصية للبيئة </a:t>
          </a:r>
          <a:endParaRPr lang="he-IL" sz="1800" b="1" u="sng" kern="1200" dirty="0"/>
        </a:p>
      </dsp:txBody>
      <dsp:txXfrm>
        <a:off x="3131123" y="3237800"/>
        <a:ext cx="1354429" cy="13682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70EDFC-143B-4C54-A037-61E6B54A07B8}">
      <dsp:nvSpPr>
        <dsp:cNvPr id="0" name=""/>
        <dsp:cNvSpPr/>
      </dsp:nvSpPr>
      <dsp:spPr>
        <a:xfrm>
          <a:off x="3437395" y="-255800"/>
          <a:ext cx="2729838" cy="2565184"/>
        </a:xfrm>
        <a:prstGeom prst="circularArrow">
          <a:avLst>
            <a:gd name="adj1" fmla="val 10980"/>
            <a:gd name="adj2" fmla="val 1142322"/>
            <a:gd name="adj3" fmla="val 4500000"/>
            <a:gd name="adj4" fmla="val 10800000"/>
            <a:gd name="adj5" fmla="val 125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sp>
    <dsp:sp modelId="{477D89E9-8E98-4102-BB1E-89751E8E773E}">
      <dsp:nvSpPr>
        <dsp:cNvPr id="0" name=""/>
        <dsp:cNvSpPr/>
      </dsp:nvSpPr>
      <dsp:spPr>
        <a:xfrm>
          <a:off x="4158609" y="332385"/>
          <a:ext cx="1425206" cy="1179781"/>
        </a:xfrm>
        <a:prstGeom prst="rect">
          <a:avLst/>
        </a:prstGeom>
        <a:noFill/>
        <a:ln>
          <a:noFill/>
        </a:ln>
        <a:effectLst/>
        <a:scene3d>
          <a:camera prst="orthographicFront"/>
          <a:lightRig rig="threePt" dir="t"/>
        </a:scene3d>
        <a:sp3d>
          <a:bevelT w="114300" prst="artDeco"/>
        </a:sp3d>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t>في ساعة التربية </a:t>
          </a:r>
          <a:r>
            <a:rPr lang="he-IL" sz="1400" b="1" kern="1200" dirty="0"/>
            <a:t>– </a:t>
          </a:r>
          <a:r>
            <a:rPr lang="ar-SA" sz="1400" b="1" kern="1200" dirty="0"/>
            <a:t>نتحدث حول </a:t>
          </a:r>
          <a:r>
            <a:rPr lang="ar-SA" sz="1800" b="1" u="sng" kern="1200" dirty="0"/>
            <a:t>العطاء</a:t>
          </a:r>
          <a:r>
            <a:rPr lang="he-IL" sz="1800" b="1" u="sng" kern="1200" dirty="0"/>
            <a:t>, </a:t>
          </a:r>
          <a:r>
            <a:rPr lang="ar-SA" sz="1800" b="1" u="sng" kern="1200" dirty="0"/>
            <a:t>احترام الانسان وتقبل الآخر </a:t>
          </a:r>
          <a:endParaRPr lang="he-IL" sz="1800" b="1" u="sng" kern="1200" dirty="0"/>
        </a:p>
      </dsp:txBody>
      <dsp:txXfrm>
        <a:off x="4158609" y="332385"/>
        <a:ext cx="1425206" cy="1179781"/>
      </dsp:txXfrm>
    </dsp:sp>
    <dsp:sp modelId="{A486A1A9-D1FA-4B06-AF83-9008DEB0C6AE}">
      <dsp:nvSpPr>
        <dsp:cNvPr id="0" name=""/>
        <dsp:cNvSpPr/>
      </dsp:nvSpPr>
      <dsp:spPr>
        <a:xfrm>
          <a:off x="2411423" y="1224142"/>
          <a:ext cx="3151310" cy="2565184"/>
        </a:xfrm>
        <a:prstGeom prst="leftCircularArrow">
          <a:avLst>
            <a:gd name="adj1" fmla="val 10980"/>
            <a:gd name="adj2" fmla="val 1142322"/>
            <a:gd name="adj3" fmla="val 6300000"/>
            <a:gd name="adj4" fmla="val 18900000"/>
            <a:gd name="adj5" fmla="val 12500"/>
          </a:avLst>
        </a:prstGeom>
        <a:solidFill>
          <a:srgbClr val="B8AF82"/>
        </a:solidFill>
        <a:ln w="25400" cap="flat" cmpd="sng" algn="ctr">
          <a:solidFill>
            <a:schemeClr val="lt1">
              <a:hueOff val="0"/>
              <a:satOff val="0"/>
              <a:lumOff val="0"/>
              <a:alphaOff val="0"/>
            </a:schemeClr>
          </a:solidFill>
          <a:prstDash val="solid"/>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sp>
    <dsp:sp modelId="{F79CACDD-23A8-4AA2-BD01-FC6855395CDA}">
      <dsp:nvSpPr>
        <dsp:cNvPr id="0" name=""/>
        <dsp:cNvSpPr/>
      </dsp:nvSpPr>
      <dsp:spPr>
        <a:xfrm>
          <a:off x="3112146" y="2016222"/>
          <a:ext cx="1425206" cy="712432"/>
        </a:xfrm>
        <a:prstGeom prst="rect">
          <a:avLst/>
        </a:prstGeom>
        <a:noFill/>
        <a:ln>
          <a:noFill/>
        </a:ln>
        <a:effectLst/>
        <a:scene3d>
          <a:camera prst="orthographicFront"/>
          <a:lightRig rig="threePt" dir="t"/>
        </a:scene3d>
        <a:sp3d>
          <a:bevelT w="114300" prst="artDeco"/>
        </a:sp3d>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t>تطبيق عملي </a:t>
          </a:r>
          <a:r>
            <a:rPr lang="he-IL" sz="1400" b="1" kern="1200" dirty="0"/>
            <a:t>–</a:t>
          </a:r>
        </a:p>
        <a:p>
          <a:pPr marL="0" lvl="0" indent="0" algn="ctr" defTabSz="622300" rtl="1">
            <a:lnSpc>
              <a:spcPct val="90000"/>
            </a:lnSpc>
            <a:spcBef>
              <a:spcPct val="0"/>
            </a:spcBef>
            <a:spcAft>
              <a:spcPct val="35000"/>
            </a:spcAft>
            <a:buNone/>
          </a:pPr>
          <a:r>
            <a:rPr lang="ar-SA" sz="1800" b="1" u="sng" kern="1200" dirty="0"/>
            <a:t>فعاليات ومبادرات لتقبل الآخر</a:t>
          </a:r>
          <a:endParaRPr lang="he-IL" sz="1800" b="1" u="sng" kern="1200" dirty="0"/>
        </a:p>
      </dsp:txBody>
      <dsp:txXfrm>
        <a:off x="3112146" y="2016222"/>
        <a:ext cx="1425206" cy="712432"/>
      </dsp:txXfrm>
    </dsp:sp>
    <dsp:sp modelId="{07F4AAB9-8967-4309-90D9-992DCB30B1D8}">
      <dsp:nvSpPr>
        <dsp:cNvPr id="0" name=""/>
        <dsp:cNvSpPr/>
      </dsp:nvSpPr>
      <dsp:spPr>
        <a:xfrm>
          <a:off x="3360222" y="2763022"/>
          <a:ext cx="2344208" cy="2204438"/>
        </a:xfrm>
        <a:prstGeom prst="blockArc">
          <a:avLst>
            <a:gd name="adj1" fmla="val 13500000"/>
            <a:gd name="adj2" fmla="val 10800000"/>
            <a:gd name="adj3" fmla="val 12740"/>
          </a:avLst>
        </a:prstGeom>
        <a:solidFill>
          <a:schemeClr val="accent1">
            <a:lumMod val="75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sp>
    <dsp:sp modelId="{4F3DC60E-FDE8-43D2-806B-07796F3E2601}">
      <dsp:nvSpPr>
        <dsp:cNvPr id="0" name=""/>
        <dsp:cNvSpPr/>
      </dsp:nvSpPr>
      <dsp:spPr>
        <a:xfrm>
          <a:off x="3853366" y="3600401"/>
          <a:ext cx="1425206" cy="712432"/>
        </a:xfrm>
        <a:prstGeom prst="rect">
          <a:avLst/>
        </a:prstGeom>
        <a:noFill/>
        <a:ln>
          <a:noFill/>
        </a:ln>
        <a:effectLst/>
        <a:scene3d>
          <a:camera prst="orthographicFront"/>
          <a:lightRig rig="threePt" dir="t"/>
        </a:scene3d>
        <a:sp3d>
          <a:bevelT prst="relaxedInset"/>
        </a:sp3d>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ar-SA" sz="1400" b="1" kern="1200" dirty="0"/>
            <a:t>هدف الحوار القيمي </a:t>
          </a:r>
          <a:endParaRPr lang="he-IL" sz="1400" b="1" kern="1200" dirty="0"/>
        </a:p>
        <a:p>
          <a:pPr marL="0" lvl="0" indent="0" algn="ctr" defTabSz="622300" rtl="1">
            <a:lnSpc>
              <a:spcPct val="90000"/>
            </a:lnSpc>
            <a:spcBef>
              <a:spcPct val="0"/>
            </a:spcBef>
            <a:spcAft>
              <a:spcPct val="35000"/>
            </a:spcAft>
            <a:buNone/>
          </a:pPr>
          <a:r>
            <a:rPr lang="ar-SA" sz="1800" b="1" u="sng" kern="1200" dirty="0"/>
            <a:t>تطوير الاهتمام لحاجات الغير / الاخر </a:t>
          </a:r>
          <a:endParaRPr lang="he-IL" sz="1800" b="1" u="sng" kern="1200" dirty="0"/>
        </a:p>
      </dsp:txBody>
      <dsp:txXfrm>
        <a:off x="3853366" y="3600401"/>
        <a:ext cx="1425206" cy="7124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E748DC-0065-4A9D-A8C3-A236D442D177}">
      <dsp:nvSpPr>
        <dsp:cNvPr id="0" name=""/>
        <dsp:cNvSpPr/>
      </dsp:nvSpPr>
      <dsp:spPr>
        <a:xfrm>
          <a:off x="3091348" y="1658540"/>
          <a:ext cx="2108077" cy="1823572"/>
        </a:xfrm>
        <a:prstGeom prst="hexagon">
          <a:avLst>
            <a:gd name="adj" fmla="val 28570"/>
            <a:gd name="vf" fmla="val 115470"/>
          </a:avLst>
        </a:prstGeom>
        <a:solidFill>
          <a:schemeClr val="tx2"/>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1">
            <a:lnSpc>
              <a:spcPct val="90000"/>
            </a:lnSpc>
            <a:spcBef>
              <a:spcPct val="0"/>
            </a:spcBef>
            <a:spcAft>
              <a:spcPct val="35000"/>
            </a:spcAft>
            <a:buNone/>
          </a:pPr>
          <a:r>
            <a:rPr lang="ar-SA" sz="2400" b="1" kern="1200">
              <a:solidFill>
                <a:schemeClr val="bg1"/>
              </a:solidFill>
            </a:rPr>
            <a:t>تقييم الطالب </a:t>
          </a:r>
          <a:endParaRPr lang="he-IL" sz="2400" b="1" kern="1200" dirty="0">
            <a:solidFill>
              <a:schemeClr val="bg1"/>
            </a:solidFill>
          </a:endParaRPr>
        </a:p>
      </dsp:txBody>
      <dsp:txXfrm>
        <a:off x="3440686" y="1960731"/>
        <a:ext cx="1409401" cy="1219190"/>
      </dsp:txXfrm>
    </dsp:sp>
    <dsp:sp modelId="{55C4CEBD-985D-463F-8B1C-9548454744C5}">
      <dsp:nvSpPr>
        <dsp:cNvPr id="0" name=""/>
        <dsp:cNvSpPr/>
      </dsp:nvSpPr>
      <dsp:spPr>
        <a:xfrm>
          <a:off x="4411409" y="786084"/>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87A70C-78B8-41AC-9B44-955986AD6965}">
      <dsp:nvSpPr>
        <dsp:cNvPr id="0" name=""/>
        <dsp:cNvSpPr/>
      </dsp:nvSpPr>
      <dsp:spPr>
        <a:xfrm>
          <a:off x="3310599" y="30144"/>
          <a:ext cx="1727554" cy="1494537"/>
        </a:xfrm>
        <a:prstGeom prst="hexagon">
          <a:avLst>
            <a:gd name="adj" fmla="val 28570"/>
            <a:gd name="vf" fmla="val 115470"/>
          </a:avLst>
        </a:prstGeom>
        <a:solidFill>
          <a:schemeClr val="accent6">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1">
            <a:lnSpc>
              <a:spcPct val="90000"/>
            </a:lnSpc>
            <a:spcBef>
              <a:spcPct val="0"/>
            </a:spcBef>
            <a:spcAft>
              <a:spcPct val="35000"/>
            </a:spcAft>
            <a:buNone/>
          </a:pPr>
          <a:r>
            <a:rPr lang="ar-SA" sz="2100" b="1" kern="1200" dirty="0">
              <a:solidFill>
                <a:schemeClr val="tx2"/>
              </a:solidFill>
            </a:rPr>
            <a:t>حضور </a:t>
          </a:r>
          <a:r>
            <a:rPr lang="he-IL" sz="2100" b="1" kern="1200" dirty="0">
              <a:solidFill>
                <a:schemeClr val="tx2"/>
              </a:solidFill>
            </a:rPr>
            <a:t> – </a:t>
          </a:r>
        </a:p>
        <a:p>
          <a:pPr marL="0" lvl="0" indent="0" algn="ctr" defTabSz="933450" rtl="1">
            <a:lnSpc>
              <a:spcPct val="90000"/>
            </a:lnSpc>
            <a:spcBef>
              <a:spcPct val="0"/>
            </a:spcBef>
            <a:spcAft>
              <a:spcPct val="35000"/>
            </a:spcAft>
            <a:buNone/>
          </a:pPr>
          <a:r>
            <a:rPr lang="ar-SA" sz="2100" b="1" kern="1200" dirty="0">
              <a:solidFill>
                <a:schemeClr val="tx2"/>
              </a:solidFill>
            </a:rPr>
            <a:t>معيار الزامي</a:t>
          </a:r>
          <a:endParaRPr lang="he-IL" sz="2100" b="1" kern="1200" dirty="0">
            <a:solidFill>
              <a:schemeClr val="tx2"/>
            </a:solidFill>
          </a:endParaRPr>
        </a:p>
      </dsp:txBody>
      <dsp:txXfrm>
        <a:off x="3596892" y="277821"/>
        <a:ext cx="1154968" cy="999183"/>
      </dsp:txXfrm>
    </dsp:sp>
    <dsp:sp modelId="{BA12DA5F-0571-4603-8676-C70DC618CEA0}">
      <dsp:nvSpPr>
        <dsp:cNvPr id="0" name=""/>
        <dsp:cNvSpPr/>
      </dsp:nvSpPr>
      <dsp:spPr>
        <a:xfrm>
          <a:off x="5339669" y="2067263"/>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84CC02-1E90-4E3D-B269-9D27CA8D2E46}">
      <dsp:nvSpPr>
        <dsp:cNvPr id="0" name=""/>
        <dsp:cNvSpPr/>
      </dsp:nvSpPr>
      <dsp:spPr>
        <a:xfrm>
          <a:off x="4869900" y="919240"/>
          <a:ext cx="1727554" cy="1494537"/>
        </a:xfrm>
        <a:prstGeom prst="hexagon">
          <a:avLst>
            <a:gd name="adj" fmla="val 28570"/>
            <a:gd name="vf" fmla="val 115470"/>
          </a:avLst>
        </a:prstGeom>
        <a:solidFill>
          <a:schemeClr val="tx2">
            <a:lumMod val="40000"/>
            <a:lumOff val="6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1">
            <a:lnSpc>
              <a:spcPct val="90000"/>
            </a:lnSpc>
            <a:spcBef>
              <a:spcPct val="0"/>
            </a:spcBef>
            <a:spcAft>
              <a:spcPct val="35000"/>
            </a:spcAft>
            <a:buNone/>
          </a:pPr>
          <a:r>
            <a:rPr lang="ar-SA" sz="2100" b="1" kern="1200" dirty="0">
              <a:solidFill>
                <a:schemeClr val="tx2"/>
              </a:solidFill>
            </a:rPr>
            <a:t>مواظبة </a:t>
          </a:r>
          <a:endParaRPr lang="he-IL" sz="2100" b="1" kern="1200" dirty="0">
            <a:solidFill>
              <a:schemeClr val="tx2"/>
            </a:solidFill>
          </a:endParaRPr>
        </a:p>
      </dsp:txBody>
      <dsp:txXfrm>
        <a:off x="5156193" y="1166917"/>
        <a:ext cx="1154968" cy="999183"/>
      </dsp:txXfrm>
    </dsp:sp>
    <dsp:sp modelId="{F5B3E686-F8F7-4B36-9AE7-DE16CE9FA8F5}">
      <dsp:nvSpPr>
        <dsp:cNvPr id="0" name=""/>
        <dsp:cNvSpPr/>
      </dsp:nvSpPr>
      <dsp:spPr>
        <a:xfrm>
          <a:off x="4694840" y="3513474"/>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49ACDC-3665-4B5E-B54C-DF0ECC59D2F1}">
      <dsp:nvSpPr>
        <dsp:cNvPr id="0" name=""/>
        <dsp:cNvSpPr/>
      </dsp:nvSpPr>
      <dsp:spPr>
        <a:xfrm>
          <a:off x="4869900" y="2726361"/>
          <a:ext cx="1727554" cy="1494537"/>
        </a:xfrm>
        <a:prstGeom prst="hexagon">
          <a:avLst>
            <a:gd name="adj" fmla="val 28570"/>
            <a:gd name="vf" fmla="val 11547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ar-SA" sz="1600" b="1" u="sng" kern="1200" dirty="0" err="1">
              <a:solidFill>
                <a:schemeClr val="tx2"/>
              </a:solidFill>
            </a:rPr>
            <a:t>جودةالتنفيذ</a:t>
          </a:r>
          <a:r>
            <a:rPr lang="ar-SA" sz="1600" b="1" u="sng" kern="1200" dirty="0">
              <a:solidFill>
                <a:schemeClr val="tx2"/>
              </a:solidFill>
            </a:rPr>
            <a:t> </a:t>
          </a:r>
          <a:r>
            <a:rPr lang="ar-SA" sz="1600" b="1" kern="1200" dirty="0">
              <a:solidFill>
                <a:schemeClr val="tx2"/>
              </a:solidFill>
            </a:rPr>
            <a:t>مبادرة واتصال على الوجه الأمثل </a:t>
          </a:r>
          <a:endParaRPr lang="he-IL" sz="1600" b="1" kern="1200" dirty="0">
            <a:solidFill>
              <a:schemeClr val="tx2"/>
            </a:solidFill>
          </a:endParaRPr>
        </a:p>
      </dsp:txBody>
      <dsp:txXfrm>
        <a:off x="5156193" y="2974038"/>
        <a:ext cx="1154968" cy="999183"/>
      </dsp:txXfrm>
    </dsp:sp>
    <dsp:sp modelId="{6981D4E1-FDB3-4C9F-A55D-D95B948758F1}">
      <dsp:nvSpPr>
        <dsp:cNvPr id="0" name=""/>
        <dsp:cNvSpPr/>
      </dsp:nvSpPr>
      <dsp:spPr>
        <a:xfrm>
          <a:off x="3095271" y="3663596"/>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0D46C5-DA12-47E4-BBB2-F4AA96F09DCF}">
      <dsp:nvSpPr>
        <dsp:cNvPr id="0" name=""/>
        <dsp:cNvSpPr/>
      </dsp:nvSpPr>
      <dsp:spPr>
        <a:xfrm>
          <a:off x="3285532" y="3646630"/>
          <a:ext cx="1727554" cy="1494537"/>
        </a:xfrm>
        <a:prstGeom prst="hexagon">
          <a:avLst>
            <a:gd name="adj" fmla="val 28570"/>
            <a:gd name="vf" fmla="val 115470"/>
          </a:avLst>
        </a:prstGeom>
        <a:solidFill>
          <a:srgbClr val="B8AF82"/>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1">
            <a:lnSpc>
              <a:spcPct val="90000"/>
            </a:lnSpc>
            <a:spcBef>
              <a:spcPct val="0"/>
            </a:spcBef>
            <a:spcAft>
              <a:spcPct val="35000"/>
            </a:spcAft>
            <a:buNone/>
          </a:pPr>
          <a:r>
            <a:rPr lang="ar-SA" sz="2100" b="1" kern="1200" dirty="0">
              <a:solidFill>
                <a:schemeClr val="tx2"/>
              </a:solidFill>
            </a:rPr>
            <a:t>المشاركة في التأهيل </a:t>
          </a:r>
          <a:endParaRPr lang="he-IL" sz="2100" b="1" kern="1200" dirty="0">
            <a:solidFill>
              <a:schemeClr val="tx2"/>
            </a:solidFill>
          </a:endParaRPr>
        </a:p>
      </dsp:txBody>
      <dsp:txXfrm>
        <a:off x="3571825" y="3894307"/>
        <a:ext cx="1154968" cy="999183"/>
      </dsp:txXfrm>
    </dsp:sp>
    <dsp:sp modelId="{D11C258E-58C5-4C80-9E13-51B809C64D2E}">
      <dsp:nvSpPr>
        <dsp:cNvPr id="0" name=""/>
        <dsp:cNvSpPr/>
      </dsp:nvSpPr>
      <dsp:spPr>
        <a:xfrm>
          <a:off x="2151809" y="2382931"/>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4B0D1D-8E63-4FC2-8640-FE776A4B936B}">
      <dsp:nvSpPr>
        <dsp:cNvPr id="0" name=""/>
        <dsp:cNvSpPr/>
      </dsp:nvSpPr>
      <dsp:spPr>
        <a:xfrm>
          <a:off x="1693808" y="2727389"/>
          <a:ext cx="1727554" cy="1494537"/>
        </a:xfrm>
        <a:prstGeom prst="hexagon">
          <a:avLst>
            <a:gd name="adj" fmla="val 28570"/>
            <a:gd name="vf" fmla="val 115470"/>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ar-SA" sz="1600" b="1" kern="1200" dirty="0">
              <a:solidFill>
                <a:schemeClr val="tx2"/>
              </a:solidFill>
            </a:rPr>
            <a:t>وظيفة تلخيصية واسترجاع ذهني </a:t>
          </a:r>
          <a:endParaRPr lang="he-IL" sz="1600" b="1" kern="1200" dirty="0">
            <a:solidFill>
              <a:schemeClr val="tx2"/>
            </a:solidFill>
          </a:endParaRPr>
        </a:p>
        <a:p>
          <a:pPr marL="0" lvl="0" indent="0" algn="ctr" defTabSz="711200" rtl="1">
            <a:lnSpc>
              <a:spcPct val="90000"/>
            </a:lnSpc>
            <a:spcBef>
              <a:spcPct val="0"/>
            </a:spcBef>
            <a:spcAft>
              <a:spcPct val="35000"/>
            </a:spcAft>
            <a:buNone/>
          </a:pPr>
          <a:r>
            <a:rPr lang="he-IL" sz="1600" b="1" kern="1200" dirty="0">
              <a:solidFill>
                <a:schemeClr val="tx2"/>
              </a:solidFill>
            </a:rPr>
            <a:t>(</a:t>
          </a:r>
          <a:r>
            <a:rPr lang="ar-SA" sz="1600" b="1" kern="1200" dirty="0">
              <a:solidFill>
                <a:schemeClr val="tx2"/>
              </a:solidFill>
            </a:rPr>
            <a:t>في نهاية كل سنة </a:t>
          </a:r>
          <a:r>
            <a:rPr lang="he-IL" sz="1600" b="1" kern="1200" dirty="0">
              <a:solidFill>
                <a:schemeClr val="tx2"/>
              </a:solidFill>
            </a:rPr>
            <a:t>)</a:t>
          </a:r>
        </a:p>
      </dsp:txBody>
      <dsp:txXfrm>
        <a:off x="1980101" y="2975066"/>
        <a:ext cx="1154968" cy="999183"/>
      </dsp:txXfrm>
    </dsp:sp>
    <dsp:sp modelId="{2C98587D-5C1B-4F01-BE42-004977776EF4}">
      <dsp:nvSpPr>
        <dsp:cNvPr id="0" name=""/>
        <dsp:cNvSpPr/>
      </dsp:nvSpPr>
      <dsp:spPr>
        <a:xfrm>
          <a:off x="1693808" y="917184"/>
          <a:ext cx="1727554" cy="1494537"/>
        </a:xfrm>
        <a:prstGeom prst="hexagon">
          <a:avLst>
            <a:gd name="adj" fmla="val 28570"/>
            <a:gd name="vf" fmla="val 115470"/>
          </a:avLst>
        </a:prstGeom>
        <a:solidFill>
          <a:schemeClr val="accent5">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1">
            <a:lnSpc>
              <a:spcPct val="90000"/>
            </a:lnSpc>
            <a:spcBef>
              <a:spcPct val="0"/>
            </a:spcBef>
            <a:spcAft>
              <a:spcPct val="35000"/>
            </a:spcAft>
            <a:buNone/>
          </a:pPr>
          <a:r>
            <a:rPr lang="ar-SA" sz="2100" b="1" kern="1200" dirty="0">
              <a:solidFill>
                <a:schemeClr val="tx2"/>
              </a:solidFill>
            </a:rPr>
            <a:t>وظيفة بحث تطبيقية</a:t>
          </a:r>
        </a:p>
        <a:p>
          <a:pPr marL="0" lvl="0" indent="0" algn="ctr" defTabSz="933450" rtl="1">
            <a:lnSpc>
              <a:spcPct val="90000"/>
            </a:lnSpc>
            <a:spcBef>
              <a:spcPct val="0"/>
            </a:spcBef>
            <a:spcAft>
              <a:spcPct val="35000"/>
            </a:spcAft>
            <a:buNone/>
          </a:pPr>
          <a:r>
            <a:rPr lang="ar-SA" sz="2000" b="1" kern="1200" dirty="0">
              <a:solidFill>
                <a:schemeClr val="tx2"/>
              </a:solidFill>
            </a:rPr>
            <a:t>(إمكانية)</a:t>
          </a:r>
          <a:endParaRPr lang="he-IL" sz="2000" b="1" kern="1200" dirty="0">
            <a:solidFill>
              <a:schemeClr val="tx2"/>
            </a:solidFill>
          </a:endParaRPr>
        </a:p>
      </dsp:txBody>
      <dsp:txXfrm>
        <a:off x="1980101" y="1164861"/>
        <a:ext cx="1154968" cy="9991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E748DC-0065-4A9D-A8C3-A236D442D177}">
      <dsp:nvSpPr>
        <dsp:cNvPr id="0" name=""/>
        <dsp:cNvSpPr/>
      </dsp:nvSpPr>
      <dsp:spPr>
        <a:xfrm>
          <a:off x="3091348" y="1658540"/>
          <a:ext cx="2108077" cy="1823572"/>
        </a:xfrm>
        <a:prstGeom prst="hexagon">
          <a:avLst>
            <a:gd name="adj" fmla="val 28570"/>
            <a:gd name="vf" fmla="val 115470"/>
          </a:avLst>
        </a:prstGeom>
        <a:solidFill>
          <a:schemeClr val="tx2"/>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1">
            <a:lnSpc>
              <a:spcPct val="90000"/>
            </a:lnSpc>
            <a:spcBef>
              <a:spcPct val="0"/>
            </a:spcBef>
            <a:spcAft>
              <a:spcPct val="35000"/>
            </a:spcAft>
            <a:buNone/>
          </a:pPr>
          <a:r>
            <a:rPr lang="ar-SA" sz="2400" b="1" kern="1200" dirty="0">
              <a:solidFill>
                <a:schemeClr val="bg1"/>
              </a:solidFill>
            </a:rPr>
            <a:t>تقييم الطالب </a:t>
          </a:r>
          <a:endParaRPr lang="he-IL" sz="2400" b="1" kern="1200" dirty="0">
            <a:solidFill>
              <a:schemeClr val="bg1"/>
            </a:solidFill>
          </a:endParaRPr>
        </a:p>
      </dsp:txBody>
      <dsp:txXfrm>
        <a:off x="3440686" y="1960731"/>
        <a:ext cx="1409401" cy="1219190"/>
      </dsp:txXfrm>
    </dsp:sp>
    <dsp:sp modelId="{55C4CEBD-985D-463F-8B1C-9548454744C5}">
      <dsp:nvSpPr>
        <dsp:cNvPr id="0" name=""/>
        <dsp:cNvSpPr/>
      </dsp:nvSpPr>
      <dsp:spPr>
        <a:xfrm>
          <a:off x="4411409" y="786084"/>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87A70C-78B8-41AC-9B44-955986AD6965}">
      <dsp:nvSpPr>
        <dsp:cNvPr id="0" name=""/>
        <dsp:cNvSpPr/>
      </dsp:nvSpPr>
      <dsp:spPr>
        <a:xfrm>
          <a:off x="3310599" y="30144"/>
          <a:ext cx="1727554" cy="1494537"/>
        </a:xfrm>
        <a:prstGeom prst="hexagon">
          <a:avLst>
            <a:gd name="adj" fmla="val 28570"/>
            <a:gd name="vf" fmla="val 115470"/>
          </a:avLst>
        </a:prstGeom>
        <a:solidFill>
          <a:schemeClr val="accent6">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1">
            <a:lnSpc>
              <a:spcPct val="90000"/>
            </a:lnSpc>
            <a:spcBef>
              <a:spcPct val="0"/>
            </a:spcBef>
            <a:spcAft>
              <a:spcPct val="35000"/>
            </a:spcAft>
            <a:buNone/>
          </a:pPr>
          <a:r>
            <a:rPr lang="ar-SA" sz="2300" b="1" kern="1200" dirty="0">
              <a:solidFill>
                <a:schemeClr val="tx2"/>
              </a:solidFill>
            </a:rPr>
            <a:t>حضور معيار الزامي </a:t>
          </a:r>
          <a:endParaRPr lang="he-IL" sz="2300" b="1" kern="1200" dirty="0">
            <a:solidFill>
              <a:schemeClr val="tx2"/>
            </a:solidFill>
          </a:endParaRPr>
        </a:p>
      </dsp:txBody>
      <dsp:txXfrm>
        <a:off x="3596892" y="277821"/>
        <a:ext cx="1154968" cy="999183"/>
      </dsp:txXfrm>
    </dsp:sp>
    <dsp:sp modelId="{BA12DA5F-0571-4603-8676-C70DC618CEA0}">
      <dsp:nvSpPr>
        <dsp:cNvPr id="0" name=""/>
        <dsp:cNvSpPr/>
      </dsp:nvSpPr>
      <dsp:spPr>
        <a:xfrm>
          <a:off x="5339669" y="2067263"/>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84CC02-1E90-4E3D-B269-9D27CA8D2E46}">
      <dsp:nvSpPr>
        <dsp:cNvPr id="0" name=""/>
        <dsp:cNvSpPr/>
      </dsp:nvSpPr>
      <dsp:spPr>
        <a:xfrm>
          <a:off x="4869900" y="919240"/>
          <a:ext cx="1727554" cy="1494537"/>
        </a:xfrm>
        <a:prstGeom prst="hexagon">
          <a:avLst>
            <a:gd name="adj" fmla="val 28570"/>
            <a:gd name="vf" fmla="val 115470"/>
          </a:avLst>
        </a:prstGeom>
        <a:solidFill>
          <a:schemeClr val="tx2">
            <a:lumMod val="40000"/>
            <a:lumOff val="6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1">
            <a:lnSpc>
              <a:spcPct val="90000"/>
            </a:lnSpc>
            <a:spcBef>
              <a:spcPct val="0"/>
            </a:spcBef>
            <a:spcAft>
              <a:spcPct val="35000"/>
            </a:spcAft>
            <a:buNone/>
          </a:pPr>
          <a:r>
            <a:rPr lang="ar-SA" sz="2300" b="1" kern="1200" dirty="0">
              <a:solidFill>
                <a:schemeClr val="tx2"/>
              </a:solidFill>
            </a:rPr>
            <a:t>مواظبة </a:t>
          </a:r>
          <a:endParaRPr lang="he-IL" sz="2300" b="1" kern="1200" dirty="0">
            <a:solidFill>
              <a:schemeClr val="tx2"/>
            </a:solidFill>
          </a:endParaRPr>
        </a:p>
      </dsp:txBody>
      <dsp:txXfrm>
        <a:off x="5156193" y="1166917"/>
        <a:ext cx="1154968" cy="999183"/>
      </dsp:txXfrm>
    </dsp:sp>
    <dsp:sp modelId="{F5B3E686-F8F7-4B36-9AE7-DE16CE9FA8F5}">
      <dsp:nvSpPr>
        <dsp:cNvPr id="0" name=""/>
        <dsp:cNvSpPr/>
      </dsp:nvSpPr>
      <dsp:spPr>
        <a:xfrm>
          <a:off x="4694840" y="3513474"/>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49ACDC-3665-4B5E-B54C-DF0ECC59D2F1}">
      <dsp:nvSpPr>
        <dsp:cNvPr id="0" name=""/>
        <dsp:cNvSpPr/>
      </dsp:nvSpPr>
      <dsp:spPr>
        <a:xfrm>
          <a:off x="4869900" y="2726361"/>
          <a:ext cx="1727554" cy="1494537"/>
        </a:xfrm>
        <a:prstGeom prst="hexagon">
          <a:avLst>
            <a:gd name="adj" fmla="val 28570"/>
            <a:gd name="vf" fmla="val 11547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ar-SA" sz="1600" b="1" u="sng" kern="1200" dirty="0">
              <a:solidFill>
                <a:schemeClr val="tx2"/>
              </a:solidFill>
            </a:rPr>
            <a:t>جودة التنفيذ </a:t>
          </a:r>
          <a:r>
            <a:rPr lang="ar-SA" sz="1600" b="1" kern="1200" dirty="0">
              <a:solidFill>
                <a:schemeClr val="tx2"/>
              </a:solidFill>
            </a:rPr>
            <a:t>مبادرة والتواصل على الوجه  الأمثل </a:t>
          </a:r>
          <a:endParaRPr lang="he-IL" sz="1600" b="1" kern="1200" dirty="0">
            <a:solidFill>
              <a:schemeClr val="tx2"/>
            </a:solidFill>
          </a:endParaRPr>
        </a:p>
      </dsp:txBody>
      <dsp:txXfrm>
        <a:off x="5156193" y="2974038"/>
        <a:ext cx="1154968" cy="999183"/>
      </dsp:txXfrm>
    </dsp:sp>
    <dsp:sp modelId="{6981D4E1-FDB3-4C9F-A55D-D95B948758F1}">
      <dsp:nvSpPr>
        <dsp:cNvPr id="0" name=""/>
        <dsp:cNvSpPr/>
      </dsp:nvSpPr>
      <dsp:spPr>
        <a:xfrm>
          <a:off x="3095271" y="3663596"/>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0D46C5-DA12-47E4-BBB2-F4AA96F09DCF}">
      <dsp:nvSpPr>
        <dsp:cNvPr id="0" name=""/>
        <dsp:cNvSpPr/>
      </dsp:nvSpPr>
      <dsp:spPr>
        <a:xfrm>
          <a:off x="3285532" y="3646630"/>
          <a:ext cx="1727554" cy="1494537"/>
        </a:xfrm>
        <a:prstGeom prst="hexagon">
          <a:avLst>
            <a:gd name="adj" fmla="val 28570"/>
            <a:gd name="vf" fmla="val 115470"/>
          </a:avLst>
        </a:prstGeom>
        <a:solidFill>
          <a:srgbClr val="B8AF82"/>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1">
            <a:lnSpc>
              <a:spcPct val="90000"/>
            </a:lnSpc>
            <a:spcBef>
              <a:spcPct val="0"/>
            </a:spcBef>
            <a:spcAft>
              <a:spcPct val="35000"/>
            </a:spcAft>
            <a:buNone/>
          </a:pPr>
          <a:r>
            <a:rPr lang="ar-SA" sz="2300" b="1" kern="1200" dirty="0">
              <a:solidFill>
                <a:schemeClr val="tx2"/>
              </a:solidFill>
            </a:rPr>
            <a:t>الاشتراك في التأهيل </a:t>
          </a:r>
          <a:endParaRPr lang="he-IL" sz="2300" b="1" kern="1200" dirty="0">
            <a:solidFill>
              <a:schemeClr val="tx2"/>
            </a:solidFill>
          </a:endParaRPr>
        </a:p>
      </dsp:txBody>
      <dsp:txXfrm>
        <a:off x="3571825" y="3894307"/>
        <a:ext cx="1154968" cy="999183"/>
      </dsp:txXfrm>
    </dsp:sp>
    <dsp:sp modelId="{D11C258E-58C5-4C80-9E13-51B809C64D2E}">
      <dsp:nvSpPr>
        <dsp:cNvPr id="0" name=""/>
        <dsp:cNvSpPr/>
      </dsp:nvSpPr>
      <dsp:spPr>
        <a:xfrm>
          <a:off x="2151809" y="2382931"/>
          <a:ext cx="795371" cy="68531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4B0D1D-8E63-4FC2-8640-FE776A4B936B}">
      <dsp:nvSpPr>
        <dsp:cNvPr id="0" name=""/>
        <dsp:cNvSpPr/>
      </dsp:nvSpPr>
      <dsp:spPr>
        <a:xfrm>
          <a:off x="1693808" y="2727389"/>
          <a:ext cx="1727554" cy="1494537"/>
        </a:xfrm>
        <a:prstGeom prst="hexagon">
          <a:avLst>
            <a:gd name="adj" fmla="val 28570"/>
            <a:gd name="vf" fmla="val 115470"/>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ar-SA" sz="1600" b="1" kern="1200" dirty="0">
              <a:solidFill>
                <a:schemeClr val="tx2"/>
              </a:solidFill>
            </a:rPr>
            <a:t>وظيفة تلخيصية واسترجاع ذهني (في نهاية كل سنة) </a:t>
          </a:r>
          <a:endParaRPr lang="he-IL" sz="1600" b="1" kern="1200" dirty="0">
            <a:solidFill>
              <a:schemeClr val="tx2"/>
            </a:solidFill>
          </a:endParaRPr>
        </a:p>
      </dsp:txBody>
      <dsp:txXfrm>
        <a:off x="1980101" y="2975066"/>
        <a:ext cx="1154968" cy="999183"/>
      </dsp:txXfrm>
    </dsp:sp>
    <dsp:sp modelId="{2C98587D-5C1B-4F01-BE42-004977776EF4}">
      <dsp:nvSpPr>
        <dsp:cNvPr id="0" name=""/>
        <dsp:cNvSpPr/>
      </dsp:nvSpPr>
      <dsp:spPr>
        <a:xfrm>
          <a:off x="1693808" y="917184"/>
          <a:ext cx="1727554" cy="1494537"/>
        </a:xfrm>
        <a:prstGeom prst="hexagon">
          <a:avLst>
            <a:gd name="adj" fmla="val 28570"/>
            <a:gd name="vf" fmla="val 115470"/>
          </a:avLst>
        </a:prstGeom>
        <a:solidFill>
          <a:schemeClr val="accent5">
            <a:lumMod val="60000"/>
            <a:lumOff val="4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1">
            <a:lnSpc>
              <a:spcPct val="90000"/>
            </a:lnSpc>
            <a:spcBef>
              <a:spcPct val="0"/>
            </a:spcBef>
            <a:spcAft>
              <a:spcPct val="35000"/>
            </a:spcAft>
            <a:buNone/>
          </a:pPr>
          <a:r>
            <a:rPr lang="ar-SA" sz="2300" b="1" kern="1200" dirty="0">
              <a:solidFill>
                <a:schemeClr val="tx2"/>
              </a:solidFill>
            </a:rPr>
            <a:t>وظيفة بحث تطبيقية </a:t>
          </a:r>
          <a:r>
            <a:rPr lang="he-IL" sz="2300" b="1" kern="1200" dirty="0">
              <a:solidFill>
                <a:schemeClr val="tx2"/>
              </a:solidFill>
            </a:rPr>
            <a:t>(</a:t>
          </a:r>
          <a:r>
            <a:rPr lang="ar-SA" sz="2300" b="1" kern="1200" dirty="0">
              <a:solidFill>
                <a:schemeClr val="tx2"/>
              </a:solidFill>
            </a:rPr>
            <a:t>إمكانية </a:t>
          </a:r>
          <a:r>
            <a:rPr lang="he-IL" sz="2300" b="1" kern="1200" dirty="0">
              <a:solidFill>
                <a:schemeClr val="tx2"/>
              </a:solidFill>
            </a:rPr>
            <a:t>)</a:t>
          </a:r>
        </a:p>
      </dsp:txBody>
      <dsp:txXfrm>
        <a:off x="1980101" y="1164861"/>
        <a:ext cx="1154968" cy="999183"/>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11/layout/HexagonRadial">
  <dgm:title val="מוקדי משושה"/>
  <dgm:desc val="השתמש כדי להציג תהליך רציף שקשור לרעיון או לנושא מרכזי. מוגבל לשש צורות ברמה 2. מתאים במיוחד לכמויות קטנות של טקסט. טקסט שאינו בשימוש אינו מופיע, אך הוא נשאר זמין למקרה שתחליף פריסות."/>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11/layout/HexagonRadial">
  <dgm:title val="מוקדי משושה"/>
  <dgm:desc val="השתמש כדי להציג תהליך רציף שקשור לרעיון או לנושא מרכזי. מוגבל לשש צורות ברמה 2. מתאים במיוחד לכמויות קטנות של טקסט. טקסט שאינו בשימוש אינו מופיע, אך הוא נשאר זמין למקרה שתחליף פריסות."/>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pPr>
              <a:defRPr/>
            </a:pPr>
            <a:endParaRPr lang="he-IL"/>
          </a:p>
        </p:txBody>
      </p:sp>
      <p:sp>
        <p:nvSpPr>
          <p:cNvPr id="3" name="מציין מיקום של תאריך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pPr>
              <a:defRPr/>
            </a:pPr>
            <a:fld id="{5D139507-1CEF-4A75-BCC0-CEE5EAAF641B}" type="datetimeFigureOut">
              <a:rPr lang="he-IL"/>
              <a:pPr>
                <a:defRPr/>
              </a:pPr>
              <a:t>ד'/ניסן/תשפ"ג</a:t>
            </a:fld>
            <a:endParaRPr lang="he-IL"/>
          </a:p>
        </p:txBody>
      </p:sp>
      <p:sp>
        <p:nvSpPr>
          <p:cNvPr id="4" name="מציין מיקום של תמונת שקופית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pPr lvl="0"/>
            <a:endParaRPr lang="he-IL" noProof="0"/>
          </a:p>
        </p:txBody>
      </p:sp>
      <p:sp>
        <p:nvSpPr>
          <p:cNvPr id="5" name="מציין מיקום של הערות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he-IL" noProof="0"/>
              <a:t>לחץ כדי לערוך סגנונות טקסט של תבנית בסיס</a:t>
            </a:r>
          </a:p>
          <a:p>
            <a:pPr lvl="1"/>
            <a:r>
              <a:rPr lang="he-IL" noProof="0"/>
              <a:t>רמה שנייה</a:t>
            </a:r>
          </a:p>
          <a:p>
            <a:pPr lvl="2"/>
            <a:r>
              <a:rPr lang="he-IL" noProof="0"/>
              <a:t>רמה שלישית</a:t>
            </a:r>
          </a:p>
          <a:p>
            <a:pPr lvl="3"/>
            <a:r>
              <a:rPr lang="he-IL" noProof="0"/>
              <a:t>רמה רביעית</a:t>
            </a:r>
          </a:p>
          <a:p>
            <a:pPr lvl="4"/>
            <a:r>
              <a:rPr lang="he-IL" noProof="0"/>
              <a:t>רמה חמישית</a:t>
            </a:r>
          </a:p>
        </p:txBody>
      </p:sp>
      <p:sp>
        <p:nvSpPr>
          <p:cNvPr id="6" name="מציין מיקום של כותרת תחתונה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pPr>
              <a:defRPr/>
            </a:pPr>
            <a:endParaRPr lang="he-IL"/>
          </a:p>
        </p:txBody>
      </p:sp>
      <p:sp>
        <p:nvSpPr>
          <p:cNvPr id="7" name="מציין מיקום של מספר שקופית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pPr>
              <a:defRPr/>
            </a:pPr>
            <a:fld id="{13AA5AD8-0BAD-45DB-956C-765C0EE0F2F4}" type="slidenum">
              <a:rPr lang="he-IL"/>
              <a:pPr>
                <a:defRPr/>
              </a:pPr>
              <a:t>‹#›</a:t>
            </a:fld>
            <a:endParaRPr lang="he-IL"/>
          </a:p>
        </p:txBody>
      </p:sp>
    </p:spTree>
    <p:extLst>
      <p:ext uri="{BB962C8B-B14F-4D97-AF65-F5344CB8AC3E}">
        <p14:creationId xmlns:p14="http://schemas.microsoft.com/office/powerpoint/2010/main" val="1568816130"/>
      </p:ext>
    </p:extLst>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mn-lt"/>
        <a:ea typeface="+mn-ea"/>
        <a:cs typeface="+mn-cs"/>
      </a:defRPr>
    </a:lvl1pPr>
    <a:lvl2pPr marL="457200" algn="r" rtl="1" eaLnBrk="0" fontAlgn="base" hangingPunct="0">
      <a:spcBef>
        <a:spcPct val="30000"/>
      </a:spcBef>
      <a:spcAft>
        <a:spcPct val="0"/>
      </a:spcAft>
      <a:defRPr sz="1200" kern="1200">
        <a:solidFill>
          <a:schemeClr val="tx1"/>
        </a:solidFill>
        <a:latin typeface="+mn-lt"/>
        <a:ea typeface="+mn-ea"/>
        <a:cs typeface="+mn-cs"/>
      </a:defRPr>
    </a:lvl2pPr>
    <a:lvl3pPr marL="914400" algn="r" rtl="1" eaLnBrk="0" fontAlgn="base" hangingPunct="0">
      <a:spcBef>
        <a:spcPct val="30000"/>
      </a:spcBef>
      <a:spcAft>
        <a:spcPct val="0"/>
      </a:spcAft>
      <a:defRPr sz="1200" kern="1200">
        <a:solidFill>
          <a:schemeClr val="tx1"/>
        </a:solidFill>
        <a:latin typeface="+mn-lt"/>
        <a:ea typeface="+mn-ea"/>
        <a:cs typeface="+mn-cs"/>
      </a:defRPr>
    </a:lvl3pPr>
    <a:lvl4pPr marL="1371600" algn="r" rtl="1" eaLnBrk="0" fontAlgn="base" hangingPunct="0">
      <a:spcBef>
        <a:spcPct val="30000"/>
      </a:spcBef>
      <a:spcAft>
        <a:spcPct val="0"/>
      </a:spcAft>
      <a:defRPr sz="1200" kern="1200">
        <a:solidFill>
          <a:schemeClr val="tx1"/>
        </a:solidFill>
        <a:latin typeface="+mn-lt"/>
        <a:ea typeface="+mn-ea"/>
        <a:cs typeface="+mn-cs"/>
      </a:defRPr>
    </a:lvl4pPr>
    <a:lvl5pPr marL="1828800" algn="r" rtl="1" eaLnBrk="0" fontAlgn="base" hangingPunct="0">
      <a:spcBef>
        <a:spcPct val="30000"/>
      </a:spcBef>
      <a:spcAft>
        <a:spcPct val="0"/>
      </a:spcAft>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מציין מיקום של תמונת שקופית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מציין מיקום של הערות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e-IL" altLang="he-IL"/>
          </a:p>
        </p:txBody>
      </p:sp>
      <p:sp>
        <p:nvSpPr>
          <p:cNvPr id="29700" name="מציין מיקום של מספר שקופית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cs typeface="Arial" pitchFamily="34" charset="0"/>
              </a:defRPr>
            </a:lvl1pPr>
            <a:lvl2pPr marL="742950" indent="-285750" eaLnBrk="0" hangingPunct="0">
              <a:spcBef>
                <a:spcPct val="30000"/>
              </a:spcBef>
              <a:defRPr sz="1200">
                <a:solidFill>
                  <a:schemeClr val="tx1"/>
                </a:solidFill>
                <a:latin typeface="Calibri" pitchFamily="34" charset="0"/>
                <a:cs typeface="Arial" pitchFamily="34" charset="0"/>
              </a:defRPr>
            </a:lvl2pPr>
            <a:lvl3pPr marL="1143000" indent="-228600" eaLnBrk="0" hangingPunct="0">
              <a:spcBef>
                <a:spcPct val="30000"/>
              </a:spcBef>
              <a:defRPr sz="1200">
                <a:solidFill>
                  <a:schemeClr val="tx1"/>
                </a:solidFill>
                <a:latin typeface="Calibri" pitchFamily="34" charset="0"/>
                <a:cs typeface="Arial" pitchFamily="34" charset="0"/>
              </a:defRPr>
            </a:lvl3pPr>
            <a:lvl4pPr marL="1600200" indent="-228600" eaLnBrk="0" hangingPunct="0">
              <a:spcBef>
                <a:spcPct val="30000"/>
              </a:spcBef>
              <a:defRPr sz="1200">
                <a:solidFill>
                  <a:schemeClr val="tx1"/>
                </a:solidFill>
                <a:latin typeface="Calibri" pitchFamily="34" charset="0"/>
                <a:cs typeface="Arial" pitchFamily="34" charset="0"/>
              </a:defRPr>
            </a:lvl4pPr>
            <a:lvl5pPr marL="2057400" indent="-228600" eaLnBrk="0" hangingPunct="0">
              <a:spcBef>
                <a:spcPct val="30000"/>
              </a:spcBef>
              <a:defRPr sz="1200">
                <a:solidFill>
                  <a:schemeClr val="tx1"/>
                </a:solidFill>
                <a:latin typeface="Calibri" pitchFamily="34" charset="0"/>
                <a:cs typeface="Arial" pitchFamily="34" charset="0"/>
              </a:defRPr>
            </a:lvl5pPr>
            <a:lvl6pPr marL="2514600" indent="-228600" eaLnBrk="0" fontAlgn="base" hangingPunct="0">
              <a:spcBef>
                <a:spcPct val="30000"/>
              </a:spcBef>
              <a:spcAft>
                <a:spcPct val="0"/>
              </a:spcAft>
              <a:defRPr sz="1200">
                <a:solidFill>
                  <a:schemeClr val="tx1"/>
                </a:solidFill>
                <a:latin typeface="Calibri" pitchFamily="34" charset="0"/>
                <a:cs typeface="Arial" pitchFamily="34" charset="0"/>
              </a:defRPr>
            </a:lvl6pPr>
            <a:lvl7pPr marL="2971800" indent="-228600" eaLnBrk="0" fontAlgn="base" hangingPunct="0">
              <a:spcBef>
                <a:spcPct val="30000"/>
              </a:spcBef>
              <a:spcAft>
                <a:spcPct val="0"/>
              </a:spcAft>
              <a:defRPr sz="1200">
                <a:solidFill>
                  <a:schemeClr val="tx1"/>
                </a:solidFill>
                <a:latin typeface="Calibri" pitchFamily="34" charset="0"/>
                <a:cs typeface="Arial" pitchFamily="34" charset="0"/>
              </a:defRPr>
            </a:lvl7pPr>
            <a:lvl8pPr marL="3429000" indent="-228600" eaLnBrk="0" fontAlgn="base" hangingPunct="0">
              <a:spcBef>
                <a:spcPct val="30000"/>
              </a:spcBef>
              <a:spcAft>
                <a:spcPct val="0"/>
              </a:spcAft>
              <a:defRPr sz="1200">
                <a:solidFill>
                  <a:schemeClr val="tx1"/>
                </a:solidFill>
                <a:latin typeface="Calibri" pitchFamily="34" charset="0"/>
                <a:cs typeface="Arial" pitchFamily="34" charset="0"/>
              </a:defRPr>
            </a:lvl8pPr>
            <a:lvl9pPr marL="3886200" indent="-228600" eaLnBrk="0" fontAlgn="base" hangingPunct="0">
              <a:spcBef>
                <a:spcPct val="30000"/>
              </a:spcBef>
              <a:spcAft>
                <a:spcPct val="0"/>
              </a:spcAft>
              <a:defRPr sz="1200">
                <a:solidFill>
                  <a:schemeClr val="tx1"/>
                </a:solidFill>
                <a:latin typeface="Calibri" pitchFamily="34" charset="0"/>
                <a:cs typeface="Arial" pitchFamily="34" charset="0"/>
              </a:defRPr>
            </a:lvl9pPr>
          </a:lstStyle>
          <a:p>
            <a:pPr eaLnBrk="1" hangingPunct="1">
              <a:spcBef>
                <a:spcPct val="0"/>
              </a:spcBef>
            </a:pPr>
            <a:fld id="{ED131A8A-88CA-495E-B900-59E00388DF46}" type="slidenum">
              <a:rPr lang="he-IL" altLang="he-IL" smtClean="0">
                <a:latin typeface="Arial" pitchFamily="34" charset="0"/>
              </a:rPr>
              <a:pPr eaLnBrk="1" hangingPunct="1">
                <a:spcBef>
                  <a:spcPct val="0"/>
                </a:spcBef>
              </a:pPr>
              <a:t>1</a:t>
            </a:fld>
            <a:endParaRPr lang="he-IL" altLang="he-IL">
              <a:latin typeface="Arial" pitchFamily="34" charset="0"/>
            </a:endParaRPr>
          </a:p>
        </p:txBody>
      </p:sp>
    </p:spTree>
    <p:extLst>
      <p:ext uri="{BB962C8B-B14F-4D97-AF65-F5344CB8AC3E}">
        <p14:creationId xmlns:p14="http://schemas.microsoft.com/office/powerpoint/2010/main" val="2432065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מציין מיקום של תמונת שקופית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מציין מיקום של הערות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e-IL" altLang="he-IL"/>
          </a:p>
        </p:txBody>
      </p:sp>
      <p:sp>
        <p:nvSpPr>
          <p:cNvPr id="30724" name="מציין מיקום של מספר שקופית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cs typeface="Arial" pitchFamily="34" charset="0"/>
              </a:defRPr>
            </a:lvl1pPr>
            <a:lvl2pPr marL="742950" indent="-285750" eaLnBrk="0" hangingPunct="0">
              <a:spcBef>
                <a:spcPct val="30000"/>
              </a:spcBef>
              <a:defRPr sz="1200">
                <a:solidFill>
                  <a:schemeClr val="tx1"/>
                </a:solidFill>
                <a:latin typeface="Calibri" pitchFamily="34" charset="0"/>
                <a:cs typeface="Arial" pitchFamily="34" charset="0"/>
              </a:defRPr>
            </a:lvl2pPr>
            <a:lvl3pPr marL="1143000" indent="-228600" eaLnBrk="0" hangingPunct="0">
              <a:spcBef>
                <a:spcPct val="30000"/>
              </a:spcBef>
              <a:defRPr sz="1200">
                <a:solidFill>
                  <a:schemeClr val="tx1"/>
                </a:solidFill>
                <a:latin typeface="Calibri" pitchFamily="34" charset="0"/>
                <a:cs typeface="Arial" pitchFamily="34" charset="0"/>
              </a:defRPr>
            </a:lvl3pPr>
            <a:lvl4pPr marL="1600200" indent="-228600" eaLnBrk="0" hangingPunct="0">
              <a:spcBef>
                <a:spcPct val="30000"/>
              </a:spcBef>
              <a:defRPr sz="1200">
                <a:solidFill>
                  <a:schemeClr val="tx1"/>
                </a:solidFill>
                <a:latin typeface="Calibri" pitchFamily="34" charset="0"/>
                <a:cs typeface="Arial" pitchFamily="34" charset="0"/>
              </a:defRPr>
            </a:lvl4pPr>
            <a:lvl5pPr marL="2057400" indent="-228600" eaLnBrk="0" hangingPunct="0">
              <a:spcBef>
                <a:spcPct val="30000"/>
              </a:spcBef>
              <a:defRPr sz="1200">
                <a:solidFill>
                  <a:schemeClr val="tx1"/>
                </a:solidFill>
                <a:latin typeface="Calibri" pitchFamily="34" charset="0"/>
                <a:cs typeface="Arial" pitchFamily="34" charset="0"/>
              </a:defRPr>
            </a:lvl5pPr>
            <a:lvl6pPr marL="2514600" indent="-228600" eaLnBrk="0" fontAlgn="base" hangingPunct="0">
              <a:spcBef>
                <a:spcPct val="30000"/>
              </a:spcBef>
              <a:spcAft>
                <a:spcPct val="0"/>
              </a:spcAft>
              <a:defRPr sz="1200">
                <a:solidFill>
                  <a:schemeClr val="tx1"/>
                </a:solidFill>
                <a:latin typeface="Calibri" pitchFamily="34" charset="0"/>
                <a:cs typeface="Arial" pitchFamily="34" charset="0"/>
              </a:defRPr>
            </a:lvl6pPr>
            <a:lvl7pPr marL="2971800" indent="-228600" eaLnBrk="0" fontAlgn="base" hangingPunct="0">
              <a:spcBef>
                <a:spcPct val="30000"/>
              </a:spcBef>
              <a:spcAft>
                <a:spcPct val="0"/>
              </a:spcAft>
              <a:defRPr sz="1200">
                <a:solidFill>
                  <a:schemeClr val="tx1"/>
                </a:solidFill>
                <a:latin typeface="Calibri" pitchFamily="34" charset="0"/>
                <a:cs typeface="Arial" pitchFamily="34" charset="0"/>
              </a:defRPr>
            </a:lvl7pPr>
            <a:lvl8pPr marL="3429000" indent="-228600" eaLnBrk="0" fontAlgn="base" hangingPunct="0">
              <a:spcBef>
                <a:spcPct val="30000"/>
              </a:spcBef>
              <a:spcAft>
                <a:spcPct val="0"/>
              </a:spcAft>
              <a:defRPr sz="1200">
                <a:solidFill>
                  <a:schemeClr val="tx1"/>
                </a:solidFill>
                <a:latin typeface="Calibri" pitchFamily="34" charset="0"/>
                <a:cs typeface="Arial" pitchFamily="34" charset="0"/>
              </a:defRPr>
            </a:lvl8pPr>
            <a:lvl9pPr marL="3886200" indent="-228600" eaLnBrk="0" fontAlgn="base" hangingPunct="0">
              <a:spcBef>
                <a:spcPct val="30000"/>
              </a:spcBef>
              <a:spcAft>
                <a:spcPct val="0"/>
              </a:spcAft>
              <a:defRPr sz="1200">
                <a:solidFill>
                  <a:schemeClr val="tx1"/>
                </a:solidFill>
                <a:latin typeface="Calibri" pitchFamily="34" charset="0"/>
                <a:cs typeface="Arial" pitchFamily="34" charset="0"/>
              </a:defRPr>
            </a:lvl9pPr>
          </a:lstStyle>
          <a:p>
            <a:pPr eaLnBrk="1" hangingPunct="1">
              <a:spcBef>
                <a:spcPct val="0"/>
              </a:spcBef>
            </a:pPr>
            <a:fld id="{61B9E364-2257-4952-8D10-5FDB8698FAAD}" type="slidenum">
              <a:rPr lang="he-IL" altLang="he-IL" smtClean="0">
                <a:latin typeface="Arial" pitchFamily="34" charset="0"/>
              </a:rPr>
              <a:pPr eaLnBrk="1" hangingPunct="1">
                <a:spcBef>
                  <a:spcPct val="0"/>
                </a:spcBef>
              </a:pPr>
              <a:t>10</a:t>
            </a:fld>
            <a:endParaRPr lang="he-IL" altLang="he-IL">
              <a:latin typeface="Arial" pitchFamily="34" charset="0"/>
            </a:endParaRPr>
          </a:p>
        </p:txBody>
      </p:sp>
    </p:spTree>
    <p:extLst>
      <p:ext uri="{BB962C8B-B14F-4D97-AF65-F5344CB8AC3E}">
        <p14:creationId xmlns:p14="http://schemas.microsoft.com/office/powerpoint/2010/main" val="582567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94302C85-1425-4083-B708-1D21739ECA79}" type="slidenum">
              <a:rPr lang="he-IL" smtClean="0">
                <a:solidFill>
                  <a:prstClr val="black"/>
                </a:solidFill>
              </a:rPr>
              <a:pPr/>
              <a:t>18</a:t>
            </a:fld>
            <a:endParaRPr lang="he-IL">
              <a:solidFill>
                <a:prstClr val="black"/>
              </a:solidFill>
            </a:endParaRPr>
          </a:p>
        </p:txBody>
      </p:sp>
    </p:spTree>
    <p:extLst>
      <p:ext uri="{BB962C8B-B14F-4D97-AF65-F5344CB8AC3E}">
        <p14:creationId xmlns:p14="http://schemas.microsoft.com/office/powerpoint/2010/main" val="12370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lvl1pPr>
              <a:defRPr/>
            </a:lvl1pPr>
          </a:lstStyle>
          <a:p>
            <a:pPr>
              <a:defRPr/>
            </a:pPr>
            <a:fld id="{91DFB456-D5C1-4292-99B2-B3E74230D61C}" type="datetimeFigureOut">
              <a:rPr lang="he-IL"/>
              <a:pPr>
                <a:defRPr/>
              </a:pPr>
              <a:t>ד'/ניסן/תשפ"ג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5C19EBE7-E471-4583-9732-D891BFFFDAAD}" type="slidenum">
              <a:rPr lang="he-IL"/>
              <a:pPr>
                <a:defRPr/>
              </a:pPr>
              <a:t>‹#›</a:t>
            </a:fld>
            <a:endParaRPr lang="he-IL" dirty="0"/>
          </a:p>
        </p:txBody>
      </p:sp>
    </p:spTree>
    <p:extLst>
      <p:ext uri="{BB962C8B-B14F-4D97-AF65-F5344CB8AC3E}">
        <p14:creationId xmlns:p14="http://schemas.microsoft.com/office/powerpoint/2010/main" val="2367100636"/>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lvl1pPr>
              <a:defRPr/>
            </a:lvl1pPr>
          </a:lstStyle>
          <a:p>
            <a:pPr>
              <a:defRPr/>
            </a:pPr>
            <a:fld id="{9577437F-6143-4FA7-97FB-DFFC98EFEC66}" type="datetimeFigureOut">
              <a:rPr lang="he-IL"/>
              <a:pPr>
                <a:defRPr/>
              </a:pPr>
              <a:t>ד'/ניסן/תשפ"ג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C85DF866-9A41-4C6C-9253-0F7A2F723178}" type="slidenum">
              <a:rPr lang="he-IL"/>
              <a:pPr>
                <a:defRPr/>
              </a:pPr>
              <a:t>‹#›</a:t>
            </a:fld>
            <a:endParaRPr lang="he-IL" dirty="0"/>
          </a:p>
        </p:txBody>
      </p:sp>
    </p:spTree>
    <p:extLst>
      <p:ext uri="{BB962C8B-B14F-4D97-AF65-F5344CB8AC3E}">
        <p14:creationId xmlns:p14="http://schemas.microsoft.com/office/powerpoint/2010/main" val="37083746"/>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lvl1pPr>
              <a:defRPr/>
            </a:lvl1pPr>
          </a:lstStyle>
          <a:p>
            <a:pPr>
              <a:defRPr/>
            </a:pPr>
            <a:fld id="{0B592108-6975-42A6-BA79-05322EA8F312}" type="datetimeFigureOut">
              <a:rPr lang="he-IL"/>
              <a:pPr>
                <a:defRPr/>
              </a:pPr>
              <a:t>ד'/ניסן/תשפ"ג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6C4BE15A-6604-4DFC-98FB-F06C02E0FE27}" type="slidenum">
              <a:rPr lang="he-IL"/>
              <a:pPr>
                <a:defRPr/>
              </a:pPr>
              <a:t>‹#›</a:t>
            </a:fld>
            <a:endParaRPr lang="he-IL" dirty="0"/>
          </a:p>
        </p:txBody>
      </p:sp>
    </p:spTree>
    <p:extLst>
      <p:ext uri="{BB962C8B-B14F-4D97-AF65-F5344CB8AC3E}">
        <p14:creationId xmlns:p14="http://schemas.microsoft.com/office/powerpoint/2010/main" val="974893185"/>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3"/>
          <p:cNvSpPr>
            <a:spLocks noGrp="1"/>
          </p:cNvSpPr>
          <p:nvPr>
            <p:ph type="dt" sz="half" idx="10"/>
          </p:nvPr>
        </p:nvSpPr>
        <p:spPr/>
        <p:txBody>
          <a:bodyPr/>
          <a:lstStyle>
            <a:lvl1pPr>
              <a:defRPr/>
            </a:lvl1pPr>
          </a:lstStyle>
          <a:p>
            <a:pPr>
              <a:defRPr/>
            </a:pPr>
            <a:fld id="{0D3DB552-FE69-492E-9026-74E1A8D9591B}" type="datetimeFigureOut">
              <a:rPr lang="he-IL"/>
              <a:pPr>
                <a:defRPr/>
              </a:pPr>
              <a:t>ד'/ניסן/תשפ"ג</a:t>
            </a:fld>
            <a:endParaRPr lang="he-IL" dirty="0"/>
          </a:p>
        </p:txBody>
      </p:sp>
      <p:sp>
        <p:nvSpPr>
          <p:cNvPr id="6"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7" name="מציין מיקום של מספר שקופית 5"/>
          <p:cNvSpPr>
            <a:spLocks noGrp="1"/>
          </p:cNvSpPr>
          <p:nvPr>
            <p:ph type="sldNum" sz="quarter" idx="12"/>
          </p:nvPr>
        </p:nvSpPr>
        <p:spPr/>
        <p:txBody>
          <a:bodyPr/>
          <a:lstStyle>
            <a:lvl1pPr>
              <a:defRPr/>
            </a:lvl1pPr>
          </a:lstStyle>
          <a:p>
            <a:pPr>
              <a:defRPr/>
            </a:pPr>
            <a:fld id="{F0AE2233-9831-464B-99EB-556678D2C938}" type="slidenum">
              <a:rPr lang="he-IL"/>
              <a:pPr>
                <a:defRPr/>
              </a:pPr>
              <a:t>‹#›</a:t>
            </a:fld>
            <a:endParaRPr lang="he-IL" dirty="0"/>
          </a:p>
        </p:txBody>
      </p:sp>
    </p:spTree>
    <p:extLst>
      <p:ext uri="{BB962C8B-B14F-4D97-AF65-F5344CB8AC3E}">
        <p14:creationId xmlns:p14="http://schemas.microsoft.com/office/powerpoint/2010/main" val="1728058908"/>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3"/>
          <p:cNvSpPr>
            <a:spLocks noGrp="1"/>
          </p:cNvSpPr>
          <p:nvPr>
            <p:ph type="dt" sz="half" idx="10"/>
          </p:nvPr>
        </p:nvSpPr>
        <p:spPr/>
        <p:txBody>
          <a:bodyPr/>
          <a:lstStyle>
            <a:lvl1pPr>
              <a:defRPr/>
            </a:lvl1pPr>
          </a:lstStyle>
          <a:p>
            <a:pPr>
              <a:defRPr/>
            </a:pPr>
            <a:fld id="{8CA5E380-73CF-44D8-93A8-63DB3B647C92}" type="datetimeFigureOut">
              <a:rPr lang="he-IL"/>
              <a:pPr>
                <a:defRPr/>
              </a:pPr>
              <a:t>ד'/ניסן/תשפ"ג</a:t>
            </a:fld>
            <a:endParaRPr lang="he-IL" dirty="0"/>
          </a:p>
        </p:txBody>
      </p:sp>
      <p:sp>
        <p:nvSpPr>
          <p:cNvPr id="8"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9" name="מציין מיקום של מספר שקופית 5"/>
          <p:cNvSpPr>
            <a:spLocks noGrp="1"/>
          </p:cNvSpPr>
          <p:nvPr>
            <p:ph type="sldNum" sz="quarter" idx="12"/>
          </p:nvPr>
        </p:nvSpPr>
        <p:spPr/>
        <p:txBody>
          <a:bodyPr/>
          <a:lstStyle>
            <a:lvl1pPr>
              <a:defRPr/>
            </a:lvl1pPr>
          </a:lstStyle>
          <a:p>
            <a:pPr>
              <a:defRPr/>
            </a:pPr>
            <a:fld id="{DB5D27C5-071A-4EAE-AAAA-814A62BC7FDB}" type="slidenum">
              <a:rPr lang="he-IL"/>
              <a:pPr>
                <a:defRPr/>
              </a:pPr>
              <a:t>‹#›</a:t>
            </a:fld>
            <a:endParaRPr lang="he-IL" dirty="0"/>
          </a:p>
        </p:txBody>
      </p:sp>
    </p:spTree>
    <p:extLst>
      <p:ext uri="{BB962C8B-B14F-4D97-AF65-F5344CB8AC3E}">
        <p14:creationId xmlns:p14="http://schemas.microsoft.com/office/powerpoint/2010/main" val="1286833200"/>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3"/>
          <p:cNvSpPr>
            <a:spLocks noGrp="1"/>
          </p:cNvSpPr>
          <p:nvPr>
            <p:ph type="dt" sz="half" idx="10"/>
          </p:nvPr>
        </p:nvSpPr>
        <p:spPr/>
        <p:txBody>
          <a:bodyPr/>
          <a:lstStyle>
            <a:lvl1pPr>
              <a:defRPr/>
            </a:lvl1pPr>
          </a:lstStyle>
          <a:p>
            <a:pPr>
              <a:defRPr/>
            </a:pPr>
            <a:fld id="{5FE44D4D-C785-4C35-8243-6C2B6608B909}" type="datetimeFigureOut">
              <a:rPr lang="he-IL"/>
              <a:pPr>
                <a:defRPr/>
              </a:pPr>
              <a:t>ד'/ניסן/תשפ"ג</a:t>
            </a:fld>
            <a:endParaRPr lang="he-IL" dirty="0"/>
          </a:p>
        </p:txBody>
      </p:sp>
      <p:sp>
        <p:nvSpPr>
          <p:cNvPr id="4"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5" name="מציין מיקום של מספר שקופית 5"/>
          <p:cNvSpPr>
            <a:spLocks noGrp="1"/>
          </p:cNvSpPr>
          <p:nvPr>
            <p:ph type="sldNum" sz="quarter" idx="12"/>
          </p:nvPr>
        </p:nvSpPr>
        <p:spPr/>
        <p:txBody>
          <a:bodyPr/>
          <a:lstStyle>
            <a:lvl1pPr>
              <a:defRPr/>
            </a:lvl1pPr>
          </a:lstStyle>
          <a:p>
            <a:pPr>
              <a:defRPr/>
            </a:pPr>
            <a:fld id="{EC87E333-5DDA-47D1-8A1E-0F975B0E9FD9}" type="slidenum">
              <a:rPr lang="he-IL"/>
              <a:pPr>
                <a:defRPr/>
              </a:pPr>
              <a:t>‹#›</a:t>
            </a:fld>
            <a:endParaRPr lang="he-IL" dirty="0"/>
          </a:p>
        </p:txBody>
      </p:sp>
    </p:spTree>
    <p:extLst>
      <p:ext uri="{BB962C8B-B14F-4D97-AF65-F5344CB8AC3E}">
        <p14:creationId xmlns:p14="http://schemas.microsoft.com/office/powerpoint/2010/main" val="481419299"/>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3"/>
          <p:cNvSpPr>
            <a:spLocks noGrp="1"/>
          </p:cNvSpPr>
          <p:nvPr>
            <p:ph type="dt" sz="half" idx="10"/>
          </p:nvPr>
        </p:nvSpPr>
        <p:spPr/>
        <p:txBody>
          <a:bodyPr/>
          <a:lstStyle>
            <a:lvl1pPr>
              <a:defRPr/>
            </a:lvl1pPr>
          </a:lstStyle>
          <a:p>
            <a:pPr>
              <a:defRPr/>
            </a:pPr>
            <a:fld id="{5BA11F40-7251-4377-9B8F-A9C8A52701E6}" type="datetimeFigureOut">
              <a:rPr lang="he-IL"/>
              <a:pPr>
                <a:defRPr/>
              </a:pPr>
              <a:t>ד'/ניסן/תשפ"ג</a:t>
            </a:fld>
            <a:endParaRPr lang="he-IL" dirty="0"/>
          </a:p>
        </p:txBody>
      </p:sp>
      <p:sp>
        <p:nvSpPr>
          <p:cNvPr id="3"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4" name="מציין מיקום של מספר שקופית 5"/>
          <p:cNvSpPr>
            <a:spLocks noGrp="1"/>
          </p:cNvSpPr>
          <p:nvPr>
            <p:ph type="sldNum" sz="quarter" idx="12"/>
          </p:nvPr>
        </p:nvSpPr>
        <p:spPr/>
        <p:txBody>
          <a:bodyPr/>
          <a:lstStyle>
            <a:lvl1pPr>
              <a:defRPr/>
            </a:lvl1pPr>
          </a:lstStyle>
          <a:p>
            <a:pPr>
              <a:defRPr/>
            </a:pPr>
            <a:fld id="{E824DEA7-DC4F-4464-92E7-40C3780BD07A}" type="slidenum">
              <a:rPr lang="he-IL"/>
              <a:pPr>
                <a:defRPr/>
              </a:pPr>
              <a:t>‹#›</a:t>
            </a:fld>
            <a:endParaRPr lang="he-IL" dirty="0"/>
          </a:p>
        </p:txBody>
      </p:sp>
    </p:spTree>
    <p:extLst>
      <p:ext uri="{BB962C8B-B14F-4D97-AF65-F5344CB8AC3E}">
        <p14:creationId xmlns:p14="http://schemas.microsoft.com/office/powerpoint/2010/main" val="2684868982"/>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3"/>
          <p:cNvSpPr>
            <a:spLocks noGrp="1"/>
          </p:cNvSpPr>
          <p:nvPr>
            <p:ph type="dt" sz="half" idx="10"/>
          </p:nvPr>
        </p:nvSpPr>
        <p:spPr/>
        <p:txBody>
          <a:bodyPr/>
          <a:lstStyle>
            <a:lvl1pPr>
              <a:defRPr/>
            </a:lvl1pPr>
          </a:lstStyle>
          <a:p>
            <a:pPr>
              <a:defRPr/>
            </a:pPr>
            <a:fld id="{3C137CD1-96CC-4861-9C57-6A20A36CC6A9}" type="datetimeFigureOut">
              <a:rPr lang="he-IL"/>
              <a:pPr>
                <a:defRPr/>
              </a:pPr>
              <a:t>ד'/ניסן/תשפ"ג</a:t>
            </a:fld>
            <a:endParaRPr lang="he-IL" dirty="0"/>
          </a:p>
        </p:txBody>
      </p:sp>
      <p:sp>
        <p:nvSpPr>
          <p:cNvPr id="6"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7" name="מציין מיקום של מספר שקופית 5"/>
          <p:cNvSpPr>
            <a:spLocks noGrp="1"/>
          </p:cNvSpPr>
          <p:nvPr>
            <p:ph type="sldNum" sz="quarter" idx="12"/>
          </p:nvPr>
        </p:nvSpPr>
        <p:spPr/>
        <p:txBody>
          <a:bodyPr/>
          <a:lstStyle>
            <a:lvl1pPr>
              <a:defRPr/>
            </a:lvl1pPr>
          </a:lstStyle>
          <a:p>
            <a:pPr>
              <a:defRPr/>
            </a:pPr>
            <a:fld id="{F457FDFD-396B-4DCA-96A3-FD03BC19CF6C}" type="slidenum">
              <a:rPr lang="he-IL"/>
              <a:pPr>
                <a:defRPr/>
              </a:pPr>
              <a:t>‹#›</a:t>
            </a:fld>
            <a:endParaRPr lang="he-IL" dirty="0"/>
          </a:p>
        </p:txBody>
      </p:sp>
    </p:spTree>
    <p:extLst>
      <p:ext uri="{BB962C8B-B14F-4D97-AF65-F5344CB8AC3E}">
        <p14:creationId xmlns:p14="http://schemas.microsoft.com/office/powerpoint/2010/main" val="130517846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rtlCol="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he-IL" noProof="0"/>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3"/>
          <p:cNvSpPr>
            <a:spLocks noGrp="1"/>
          </p:cNvSpPr>
          <p:nvPr>
            <p:ph type="dt" sz="half" idx="10"/>
          </p:nvPr>
        </p:nvSpPr>
        <p:spPr/>
        <p:txBody>
          <a:bodyPr/>
          <a:lstStyle>
            <a:lvl1pPr>
              <a:defRPr/>
            </a:lvl1pPr>
          </a:lstStyle>
          <a:p>
            <a:pPr>
              <a:defRPr/>
            </a:pPr>
            <a:fld id="{085E91D6-D893-4B5D-9649-BF89D9BB138D}" type="datetimeFigureOut">
              <a:rPr lang="he-IL"/>
              <a:pPr>
                <a:defRPr/>
              </a:pPr>
              <a:t>ד'/ניסן/תשפ"ג</a:t>
            </a:fld>
            <a:endParaRPr lang="he-IL" dirty="0"/>
          </a:p>
        </p:txBody>
      </p:sp>
      <p:sp>
        <p:nvSpPr>
          <p:cNvPr id="6"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7" name="מציין מיקום של מספר שקופית 5"/>
          <p:cNvSpPr>
            <a:spLocks noGrp="1"/>
          </p:cNvSpPr>
          <p:nvPr>
            <p:ph type="sldNum" sz="quarter" idx="12"/>
          </p:nvPr>
        </p:nvSpPr>
        <p:spPr/>
        <p:txBody>
          <a:bodyPr/>
          <a:lstStyle>
            <a:lvl1pPr>
              <a:defRPr/>
            </a:lvl1pPr>
          </a:lstStyle>
          <a:p>
            <a:pPr>
              <a:defRPr/>
            </a:pPr>
            <a:fld id="{1025F032-A3EA-455E-858D-D1D519F0B1E9}" type="slidenum">
              <a:rPr lang="he-IL"/>
              <a:pPr>
                <a:defRPr/>
              </a:pPr>
              <a:t>‹#›</a:t>
            </a:fld>
            <a:endParaRPr lang="he-IL" dirty="0"/>
          </a:p>
        </p:txBody>
      </p:sp>
    </p:spTree>
    <p:extLst>
      <p:ext uri="{BB962C8B-B14F-4D97-AF65-F5344CB8AC3E}">
        <p14:creationId xmlns:p14="http://schemas.microsoft.com/office/powerpoint/2010/main" val="249744294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lvl1pPr>
              <a:defRPr/>
            </a:lvl1pPr>
          </a:lstStyle>
          <a:p>
            <a:pPr>
              <a:defRPr/>
            </a:pPr>
            <a:fld id="{5860C8AF-665F-461D-ABCE-913E0D5D8CB5}" type="datetimeFigureOut">
              <a:rPr lang="he-IL"/>
              <a:pPr>
                <a:defRPr/>
              </a:pPr>
              <a:t>ד'/ניסן/תשפ"ג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0DD15F77-9076-428C-B827-E4B0F0C991B2}" type="slidenum">
              <a:rPr lang="he-IL"/>
              <a:pPr>
                <a:defRPr/>
              </a:pPr>
              <a:t>‹#›</a:t>
            </a:fld>
            <a:endParaRPr lang="he-IL" dirty="0"/>
          </a:p>
        </p:txBody>
      </p:sp>
    </p:spTree>
    <p:extLst>
      <p:ext uri="{BB962C8B-B14F-4D97-AF65-F5344CB8AC3E}">
        <p14:creationId xmlns:p14="http://schemas.microsoft.com/office/powerpoint/2010/main" val="4001088080"/>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lvl1pPr>
              <a:defRPr/>
            </a:lvl1pPr>
          </a:lstStyle>
          <a:p>
            <a:pPr>
              <a:defRPr/>
            </a:pPr>
            <a:fld id="{13E13E14-473D-4C58-9D4D-57BBE52A5DB0}" type="datetimeFigureOut">
              <a:rPr lang="he-IL"/>
              <a:pPr>
                <a:defRPr/>
              </a:pPr>
              <a:t>ד'/ניסן/תשפ"ג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EF2D3074-FCEA-4A95-80F4-641FB84D2FB5}" type="slidenum">
              <a:rPr lang="he-IL"/>
              <a:pPr>
                <a:defRPr/>
              </a:pPr>
              <a:t>‹#›</a:t>
            </a:fld>
            <a:endParaRPr lang="he-IL" dirty="0"/>
          </a:p>
        </p:txBody>
      </p:sp>
    </p:spTree>
    <p:extLst>
      <p:ext uri="{BB962C8B-B14F-4D97-AF65-F5344CB8AC3E}">
        <p14:creationId xmlns:p14="http://schemas.microsoft.com/office/powerpoint/2010/main" val="1557990054"/>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BE4"/>
        </a:solidFill>
        <a:effectLst/>
      </p:bgPr>
    </p:bg>
    <p:spTree>
      <p:nvGrpSpPr>
        <p:cNvPr id="1" name=""/>
        <p:cNvGrpSpPr/>
        <p:nvPr/>
      </p:nvGrpSpPr>
      <p:grpSpPr>
        <a:xfrm>
          <a:off x="0" y="0"/>
          <a:ext cx="0" cy="0"/>
          <a:chOff x="0" y="0"/>
          <a:chExt cx="0" cy="0"/>
        </a:xfrm>
      </p:grpSpPr>
      <p:sp>
        <p:nvSpPr>
          <p:cNvPr id="1026" name="מציין מיקום של כותרת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he-IL" altLang="he-IL"/>
              <a:t>לחץ כדי לערוך סגנון כותרת של תבנית בסיס</a:t>
            </a:r>
          </a:p>
        </p:txBody>
      </p:sp>
      <p:sp>
        <p:nvSpPr>
          <p:cNvPr id="1027" name="מציין מיקום טקסט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he-IL" altLang="he-IL"/>
              <a:t>לחץ כדי לערוך סגנונות טקסט של תבנית בסיס</a:t>
            </a:r>
          </a:p>
          <a:p>
            <a:pPr lvl="1"/>
            <a:r>
              <a:rPr lang="he-IL" altLang="he-IL"/>
              <a:t>רמה שנייה</a:t>
            </a:r>
          </a:p>
          <a:p>
            <a:pPr lvl="2"/>
            <a:r>
              <a:rPr lang="he-IL" altLang="he-IL"/>
              <a:t>רמה שלישית</a:t>
            </a:r>
          </a:p>
          <a:p>
            <a:pPr lvl="3"/>
            <a:r>
              <a:rPr lang="he-IL" altLang="he-IL"/>
              <a:t>רמה רביעית</a:t>
            </a:r>
          </a:p>
          <a:p>
            <a:pPr lvl="4"/>
            <a:r>
              <a:rPr lang="he-IL" altLang="he-IL"/>
              <a:t>רמה חמישית</a:t>
            </a:r>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prstClr val="black">
                    <a:tint val="75000"/>
                  </a:prstClr>
                </a:solidFill>
              </a:defRPr>
            </a:lvl1pPr>
          </a:lstStyle>
          <a:p>
            <a:pPr>
              <a:defRPr/>
            </a:pPr>
            <a:fld id="{21DA7E0E-3129-4C09-82A6-4D658440A20D}" type="datetimeFigureOut">
              <a:rPr lang="he-IL"/>
              <a:pPr>
                <a:defRPr/>
              </a:pPr>
              <a:t>ד'/ניסן/תשפ"ג</a:t>
            </a:fld>
            <a:endParaRPr lang="he-IL" dirty="0"/>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prstClr val="black">
                    <a:tint val="75000"/>
                  </a:prstClr>
                </a:solidFill>
              </a:defRPr>
            </a:lvl1pPr>
          </a:lstStyle>
          <a:p>
            <a:pPr>
              <a:defRPr/>
            </a:pPr>
            <a:endParaRPr lang="he-IL"/>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prstClr val="black">
                    <a:tint val="75000"/>
                  </a:prstClr>
                </a:solidFill>
              </a:defRPr>
            </a:lvl1pPr>
          </a:lstStyle>
          <a:p>
            <a:pPr>
              <a:defRPr/>
            </a:pPr>
            <a:fld id="{36C49491-FDA1-43B4-9754-1CF36A78B4A2}" type="slidenum">
              <a:rPr lang="he-IL"/>
              <a:pPr>
                <a:defRPr/>
              </a:pPr>
              <a:t>‹#›</a:t>
            </a:fld>
            <a:endParaRPr lang="he-IL" dirty="0"/>
          </a:p>
        </p:txBody>
      </p:sp>
    </p:spTree>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ransition spd="med">
    <p:fade/>
  </p:transition>
  <p:txStyles>
    <p:titleStyle>
      <a:lvl1pPr algn="ctr" rtl="1" eaLnBrk="0" fontAlgn="base" hangingPunct="0">
        <a:spcBef>
          <a:spcPct val="0"/>
        </a:spcBef>
        <a:spcAft>
          <a:spcPct val="0"/>
        </a:spcAft>
        <a:defRPr sz="4400" kern="1200">
          <a:solidFill>
            <a:schemeClr val="tx1"/>
          </a:solidFill>
          <a:latin typeface="+mj-lt"/>
          <a:ea typeface="+mj-ea"/>
          <a:cs typeface="+mj-cs"/>
        </a:defRPr>
      </a:lvl1pPr>
      <a:lvl2pPr algn="ctr" rtl="1" eaLnBrk="0" fontAlgn="base" hangingPunct="0">
        <a:spcBef>
          <a:spcPct val="0"/>
        </a:spcBef>
        <a:spcAft>
          <a:spcPct val="0"/>
        </a:spcAft>
        <a:defRPr sz="4400">
          <a:solidFill>
            <a:schemeClr val="tx1"/>
          </a:solidFill>
          <a:latin typeface="Calibri" pitchFamily="34" charset="0"/>
          <a:cs typeface="Times New Roman" pitchFamily="18" charset="0"/>
        </a:defRPr>
      </a:lvl2pPr>
      <a:lvl3pPr algn="ctr" rtl="1" eaLnBrk="0" fontAlgn="base" hangingPunct="0">
        <a:spcBef>
          <a:spcPct val="0"/>
        </a:spcBef>
        <a:spcAft>
          <a:spcPct val="0"/>
        </a:spcAft>
        <a:defRPr sz="4400">
          <a:solidFill>
            <a:schemeClr val="tx1"/>
          </a:solidFill>
          <a:latin typeface="Calibri" pitchFamily="34" charset="0"/>
          <a:cs typeface="Times New Roman" pitchFamily="18" charset="0"/>
        </a:defRPr>
      </a:lvl3pPr>
      <a:lvl4pPr algn="ctr" rtl="1" eaLnBrk="0" fontAlgn="base" hangingPunct="0">
        <a:spcBef>
          <a:spcPct val="0"/>
        </a:spcBef>
        <a:spcAft>
          <a:spcPct val="0"/>
        </a:spcAft>
        <a:defRPr sz="4400">
          <a:solidFill>
            <a:schemeClr val="tx1"/>
          </a:solidFill>
          <a:latin typeface="Calibri" pitchFamily="34" charset="0"/>
          <a:cs typeface="Times New Roman" pitchFamily="18" charset="0"/>
        </a:defRPr>
      </a:lvl4pPr>
      <a:lvl5pPr algn="ctr" rtl="1" eaLnBrk="0" fontAlgn="base" hangingPunct="0">
        <a:spcBef>
          <a:spcPct val="0"/>
        </a:spcBef>
        <a:spcAft>
          <a:spcPct val="0"/>
        </a:spcAft>
        <a:defRPr sz="4400">
          <a:solidFill>
            <a:schemeClr val="tx1"/>
          </a:solidFill>
          <a:latin typeface="Calibri" pitchFamily="34" charset="0"/>
          <a:cs typeface="Times New Roman" pitchFamily="18" charset="0"/>
        </a:defRPr>
      </a:lvl5pPr>
      <a:lvl6pPr marL="457200" algn="ctr" rtl="1" fontAlgn="base">
        <a:spcBef>
          <a:spcPct val="0"/>
        </a:spcBef>
        <a:spcAft>
          <a:spcPct val="0"/>
        </a:spcAft>
        <a:defRPr sz="4400">
          <a:solidFill>
            <a:schemeClr val="tx1"/>
          </a:solidFill>
          <a:latin typeface="Calibri" pitchFamily="34" charset="0"/>
          <a:cs typeface="Times New Roman" pitchFamily="18" charset="0"/>
        </a:defRPr>
      </a:lvl6pPr>
      <a:lvl7pPr marL="914400" algn="ctr" rtl="1" fontAlgn="base">
        <a:spcBef>
          <a:spcPct val="0"/>
        </a:spcBef>
        <a:spcAft>
          <a:spcPct val="0"/>
        </a:spcAft>
        <a:defRPr sz="4400">
          <a:solidFill>
            <a:schemeClr val="tx1"/>
          </a:solidFill>
          <a:latin typeface="Calibri" pitchFamily="34" charset="0"/>
          <a:cs typeface="Times New Roman" pitchFamily="18" charset="0"/>
        </a:defRPr>
      </a:lvl7pPr>
      <a:lvl8pPr marL="1371600" algn="ctr" rtl="1" fontAlgn="base">
        <a:spcBef>
          <a:spcPct val="0"/>
        </a:spcBef>
        <a:spcAft>
          <a:spcPct val="0"/>
        </a:spcAft>
        <a:defRPr sz="4400">
          <a:solidFill>
            <a:schemeClr val="tx1"/>
          </a:solidFill>
          <a:latin typeface="Calibri" pitchFamily="34" charset="0"/>
          <a:cs typeface="Times New Roman" pitchFamily="18" charset="0"/>
        </a:defRPr>
      </a:lvl8pPr>
      <a:lvl9pPr marL="1828800" algn="ctr" rtl="1" fontAlgn="base">
        <a:spcBef>
          <a:spcPct val="0"/>
        </a:spcBef>
        <a:spcAft>
          <a:spcPct val="0"/>
        </a:spcAft>
        <a:defRPr sz="4400">
          <a:solidFill>
            <a:schemeClr val="tx1"/>
          </a:solidFill>
          <a:latin typeface="Calibri" pitchFamily="34" charset="0"/>
          <a:cs typeface="Times New Roman" pitchFamily="18" charset="0"/>
        </a:defRPr>
      </a:lvl9pPr>
    </p:titleStyle>
    <p:bodyStyle>
      <a:lvl1pPr marL="342900" indent="-342900" algn="r" rtl="1"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youtu.be/Kc9YduyT-4Q"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youtu.be/7t30ZMX8uG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pps.education.gov.il/Mankal/Horaa.aspx?siduri=228&amp;REFF_GUID=%7b9E58224A-3D84-41BD-B1EF-9175AA6F14AC%7d"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 y="0"/>
            <a:ext cx="9143999" cy="1844824"/>
          </a:xfrm>
          <a:solidFill>
            <a:schemeClr val="accent1">
              <a:lumMod val="40000"/>
              <a:lumOff val="60000"/>
            </a:schemeClr>
          </a:solidFill>
          <a:ln>
            <a:noFill/>
          </a:ln>
          <a:effectLst>
            <a:glow rad="101600">
              <a:schemeClr val="accent6">
                <a:satMod val="175000"/>
                <a:alpha val="40000"/>
              </a:schemeClr>
            </a:glow>
            <a:innerShdw blurRad="63500" dist="50800" dir="13500000">
              <a:prstClr val="black">
                <a:alpha val="50000"/>
              </a:prstClr>
            </a:innerShdw>
          </a:effectLst>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2">
            <a:schemeClr val="accent6"/>
          </a:fillRef>
          <a:effectRef idx="1">
            <a:schemeClr val="accent6"/>
          </a:effectRef>
          <a:fontRef idx="minor">
            <a:schemeClr val="dk1"/>
          </a:fontRef>
        </p:style>
        <p:txBody>
          <a:bodyPr rtlCol="0">
            <a:normAutofit fontScale="90000"/>
          </a:bodyPr>
          <a:lstStyle/>
          <a:p>
            <a:pPr eaLnBrk="1" fontAlgn="auto" hangingPunct="1">
              <a:spcAft>
                <a:spcPts val="0"/>
              </a:spcAft>
              <a:defRPr/>
            </a:pPr>
            <a:br>
              <a:rPr lang="en-US"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r>
              <a:rPr lang="ar-JO" b="1" dirty="0">
                <a:solidFill>
                  <a:srgbClr val="FF0000"/>
                </a:solidFill>
                <a:latin typeface="Gisha" panose="020B0502040204020203" pitchFamily="34" charset="-79"/>
                <a:cs typeface="Gisha" panose="020B0502040204020203" pitchFamily="34" charset="-79"/>
              </a:rPr>
              <a:t>التطور الذاتي والتداخل الاجتماعي </a:t>
            </a:r>
            <a:r>
              <a:rPr lang="ar-SA" b="1" dirty="0">
                <a:solidFill>
                  <a:srgbClr val="FF0000"/>
                </a:solidFill>
                <a:latin typeface="Gisha" panose="020B0502040204020203" pitchFamily="34" charset="-79"/>
                <a:cs typeface="Gisha" panose="020B0502040204020203" pitchFamily="34" charset="-79"/>
              </a:rPr>
              <a:t>في </a:t>
            </a:r>
            <a:r>
              <a:rPr lang="ar-JO" b="1" dirty="0">
                <a:solidFill>
                  <a:srgbClr val="FF0000"/>
                </a:solidFill>
                <a:latin typeface="Gisha" panose="020B0502040204020203" pitchFamily="34" charset="-79"/>
                <a:cs typeface="Gisha" panose="020B0502040204020203" pitchFamily="34" charset="-79"/>
              </a:rPr>
              <a:t>التعليم</a:t>
            </a:r>
            <a:br>
              <a:rPr lang="he-IL" b="1" dirty="0">
                <a:solidFill>
                  <a:srgbClr val="FF0000"/>
                </a:solidFill>
                <a:latin typeface="Gisha" panose="020B0502040204020203" pitchFamily="34" charset="-79"/>
                <a:cs typeface="Gisha" panose="020B0502040204020203" pitchFamily="34" charset="-79"/>
              </a:rPr>
            </a:br>
            <a:r>
              <a:rPr lang="ar-JO" b="1" dirty="0">
                <a:solidFill>
                  <a:srgbClr val="FF0000"/>
                </a:solidFill>
                <a:latin typeface="Gisha" panose="020B0502040204020203" pitchFamily="34" charset="-79"/>
                <a:cs typeface="Gisha" panose="020B0502040204020203" pitchFamily="34" charset="-79"/>
              </a:rPr>
              <a:t> الفوق ابتدائي</a:t>
            </a:r>
            <a:br>
              <a:rPr lang="he-IL" b="1" dirty="0">
                <a:solidFill>
                  <a:srgbClr val="FF0000"/>
                </a:solidFill>
                <a:latin typeface="Gisha" panose="020B0502040204020203" pitchFamily="34" charset="-79"/>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rgbClr val="002060"/>
                </a:solidFill>
                <a:effectLst>
                  <a:outerShdw blurRad="38100" dist="38100" dir="2700000" algn="tl">
                    <a:srgbClr val="000000">
                      <a:alpha val="43137"/>
                    </a:srgbClr>
                  </a:outerShdw>
                </a:effectLst>
                <a:latin typeface="Arial" panose="020B0604020202020204" pitchFamily="34" charset="0"/>
                <a:ea typeface="Calibri"/>
              </a:rPr>
            </a:br>
            <a:r>
              <a:rPr lang="he-IL" b="1" dirty="0">
                <a:solidFill>
                  <a:schemeClr val="tx2"/>
                </a:solidFill>
                <a:latin typeface="Arial" panose="020B0604020202020204" pitchFamily="34" charset="0"/>
                <a:ea typeface="Calibri"/>
              </a:rPr>
              <a:t> </a:t>
            </a:r>
            <a:br>
              <a:rPr lang="he-IL" b="1" dirty="0">
                <a:solidFill>
                  <a:schemeClr val="tx2"/>
                </a:solidFill>
                <a:latin typeface="Arial" panose="020B0604020202020204" pitchFamily="34" charset="0"/>
                <a:ea typeface="Calibri"/>
              </a:rPr>
            </a:br>
            <a:br>
              <a:rPr lang="he-IL" dirty="0"/>
            </a:br>
            <a:br>
              <a:rPr lang="he-IL" dirty="0"/>
            </a:br>
            <a:br>
              <a:rPr lang="he-IL" dirty="0"/>
            </a:br>
            <a:br>
              <a:rPr lang="he-IL" dirty="0"/>
            </a:br>
            <a:endParaRPr lang="he-IL" sz="2400" dirty="0">
              <a:solidFill>
                <a:srgbClr val="7030A0"/>
              </a:solidFill>
            </a:endParaRPr>
          </a:p>
        </p:txBody>
      </p:sp>
      <p:sp>
        <p:nvSpPr>
          <p:cNvPr id="3" name="כותרת משנה 4"/>
          <p:cNvSpPr txBox="1">
            <a:spLocks/>
          </p:cNvSpPr>
          <p:nvPr/>
        </p:nvSpPr>
        <p:spPr>
          <a:xfrm>
            <a:off x="1254125" y="5105400"/>
            <a:ext cx="6400800" cy="1752600"/>
          </a:xfrm>
          <a:prstGeom prst="rect">
            <a:avLst/>
          </a:prstGeom>
          <a:noFill/>
          <a:ln>
            <a:noFill/>
          </a:ln>
        </p:spPr>
        <p:txBody>
          <a:bodyPr>
            <a:normAutofit/>
          </a:bodyPr>
          <a:lstStyle>
            <a:lvl1pPr marL="182880" indent="-182880" algn="r" defTabSz="914400" rtl="1"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r" defTabSz="914400" rtl="1"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r" defTabSz="914400" rtl="1"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r" defTabSz="914400" rtl="1"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r" defTabSz="914400" rtl="1"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ctr" fontAlgn="auto">
              <a:spcAft>
                <a:spcPts val="0"/>
              </a:spcAft>
              <a:buFont typeface="Arial" pitchFamily="34" charset="0"/>
              <a:buNone/>
              <a:defRPr/>
            </a:pPr>
            <a:endParaRPr lang="he-IL" sz="2000" dirty="0">
              <a:solidFill>
                <a:schemeClr val="accent5">
                  <a:lumMod val="75000"/>
                </a:schemeClr>
              </a:solidFill>
              <a:latin typeface="Guttman Yad-Brush" panose="02010401010101010101" pitchFamily="2" charset="-79"/>
              <a:cs typeface="Guttman Yad-Brush" panose="02010401010101010101" pitchFamily="2" charset="-79"/>
            </a:endParaRPr>
          </a:p>
        </p:txBody>
      </p:sp>
      <p:sp>
        <p:nvSpPr>
          <p:cNvPr id="4" name="TextBox 3"/>
          <p:cNvSpPr txBox="1"/>
          <p:nvPr/>
        </p:nvSpPr>
        <p:spPr>
          <a:xfrm>
            <a:off x="85725" y="2270125"/>
            <a:ext cx="8909050" cy="2554545"/>
          </a:xfrm>
          <a:prstGeom prst="rect">
            <a:avLst/>
          </a:prstGeom>
          <a:noFill/>
          <a:effectLst>
            <a:outerShdw algn="tl" rotWithShape="0">
              <a:prstClr val="black">
                <a:alpha val="40000"/>
              </a:prstClr>
            </a:outerShdw>
          </a:effectLst>
        </p:spPr>
        <p:txBody>
          <a:bodyPr rtlCol="1">
            <a:spAutoFit/>
          </a:bodyPr>
          <a:lstStyle/>
          <a:p>
            <a:pPr algn="ctr">
              <a:defRPr/>
            </a:pPr>
            <a:endParaRPr lang="he-IL" sz="3200" b="1" dirty="0">
              <a:solidFill>
                <a:schemeClr val="tx2">
                  <a:lumMod val="75000"/>
                </a:schemeClr>
              </a:solidFill>
              <a:ea typeface="Calibri"/>
            </a:endParaRPr>
          </a:p>
          <a:p>
            <a:pPr algn="ctr">
              <a:defRPr/>
            </a:pPr>
            <a:r>
              <a:rPr lang="ar-JO" sz="3200" b="1" dirty="0">
                <a:solidFill>
                  <a:srgbClr val="002060"/>
                </a:solidFill>
                <a:latin typeface="Gisha" panose="020B0502040204020203" pitchFamily="34" charset="-79"/>
                <a:cs typeface="Gisha" panose="020B0502040204020203" pitchFamily="34" charset="-79"/>
              </a:rPr>
              <a:t>برنامج لولبي </a:t>
            </a:r>
            <a:r>
              <a:rPr lang="ar-SA" sz="3200" b="1" dirty="0">
                <a:solidFill>
                  <a:srgbClr val="002060"/>
                </a:solidFill>
                <a:latin typeface="Gisha" panose="020B0502040204020203" pitchFamily="34" charset="-79"/>
                <a:cs typeface="Gisha" panose="020B0502040204020203" pitchFamily="34" charset="-79"/>
              </a:rPr>
              <a:t>على مدار ثلاث سنوات </a:t>
            </a:r>
          </a:p>
          <a:p>
            <a:pPr algn="ctr">
              <a:defRPr/>
            </a:pPr>
            <a:r>
              <a:rPr lang="ar-SA" sz="3200" b="1" dirty="0">
                <a:solidFill>
                  <a:srgbClr val="002060"/>
                </a:solidFill>
                <a:latin typeface="Gisha" panose="020B0502040204020203" pitchFamily="34" charset="-79"/>
                <a:cs typeface="Gisha" panose="020B0502040204020203" pitchFamily="34" charset="-79"/>
              </a:rPr>
              <a:t>يدمج بين التجربة العملية والتعليم النظري والاسترجاع الذهني </a:t>
            </a:r>
          </a:p>
          <a:p>
            <a:pPr algn="ctr">
              <a:defRPr/>
            </a:pPr>
            <a:r>
              <a:rPr lang="ar-SA" sz="3200" b="1" dirty="0">
                <a:solidFill>
                  <a:srgbClr val="002060"/>
                </a:solidFill>
                <a:latin typeface="Gisha" panose="020B0502040204020203" pitchFamily="34" charset="-79"/>
                <a:cs typeface="Gisha" panose="020B0502040204020203" pitchFamily="34" charset="-79"/>
              </a:rPr>
              <a:t>من أجل خلق تعليم ذي معنى</a:t>
            </a:r>
            <a:br>
              <a:rPr lang="he-IL" sz="3200" b="1" dirty="0">
                <a:solidFill>
                  <a:srgbClr val="002060"/>
                </a:solidFill>
                <a:latin typeface="Gisha" panose="020B0502040204020203" pitchFamily="34" charset="-79"/>
                <a:cs typeface="Gisha" panose="020B0502040204020203" pitchFamily="34" charset="-79"/>
              </a:rPr>
            </a:br>
            <a:endParaRPr lang="he-IL" sz="3200" b="1" dirty="0">
              <a:solidFill>
                <a:schemeClr val="tx2">
                  <a:lumMod val="75000"/>
                </a:schemeClr>
              </a:solidFill>
              <a:effectLst>
                <a:outerShdw blurRad="38100" dist="38100" dir="2700000" algn="tl">
                  <a:srgbClr val="000000">
                    <a:alpha val="43137"/>
                  </a:srgbClr>
                </a:outerShdw>
              </a:effectLst>
              <a:ea typeface="Calibri"/>
            </a:endParaRPr>
          </a:p>
        </p:txBody>
      </p:sp>
      <p:sp>
        <p:nvSpPr>
          <p:cNvPr id="6" name="מלבן מעוגל 5"/>
          <p:cNvSpPr/>
          <p:nvPr/>
        </p:nvSpPr>
        <p:spPr>
          <a:xfrm>
            <a:off x="266001" y="5517232"/>
            <a:ext cx="8728730" cy="1203920"/>
          </a:xfrm>
          <a:prstGeom prst="roundRect">
            <a:avLst/>
          </a:prstGeom>
          <a:solidFill>
            <a:srgbClr val="D5D0B5"/>
          </a:solidFill>
          <a:ln>
            <a:solidFill>
              <a:schemeClr val="bg1"/>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b="1" dirty="0">
              <a:solidFill>
                <a:srgbClr val="7030A0"/>
              </a:solidFill>
              <a:effectLst>
                <a:outerShdw blurRad="38100" dist="38100" dir="2700000" algn="tl">
                  <a:srgbClr val="000000">
                    <a:alpha val="43137"/>
                  </a:srgbClr>
                </a:outerShdw>
              </a:effectLst>
            </a:endParaRPr>
          </a:p>
          <a:p>
            <a:pPr algn="ctr">
              <a:defRPr/>
            </a:pPr>
            <a:endParaRPr lang="he-IL" b="1" dirty="0">
              <a:solidFill>
                <a:srgbClr val="7030A0"/>
              </a:solidFill>
              <a:effectLst>
                <a:outerShdw blurRad="38100" dist="38100" dir="2700000" algn="tl">
                  <a:srgbClr val="000000">
                    <a:alpha val="43137"/>
                  </a:srgbClr>
                </a:outerShdw>
              </a:effectLst>
            </a:endParaRPr>
          </a:p>
          <a:p>
            <a:pPr algn="ctr">
              <a:defRPr/>
            </a:pPr>
            <a:r>
              <a:rPr lang="ar-SA" sz="2000" b="1" dirty="0">
                <a:solidFill>
                  <a:schemeClr val="tx1"/>
                </a:solidFill>
              </a:rPr>
              <a:t>معروضة محوسبة للطلاب</a:t>
            </a:r>
            <a:br>
              <a:rPr lang="en-US" sz="2000" b="1" dirty="0">
                <a:solidFill>
                  <a:srgbClr val="7030A0"/>
                </a:solidFill>
                <a:latin typeface="Gisha" panose="020B0502040204020203" pitchFamily="34" charset="-79"/>
                <a:ea typeface="Calibri"/>
                <a:cs typeface="Gisha" panose="020B0502040204020203" pitchFamily="34" charset="-79"/>
              </a:rPr>
            </a:br>
            <a:br>
              <a:rPr lang="he-IL" sz="2000" b="1" dirty="0">
                <a:solidFill>
                  <a:srgbClr val="7030A0"/>
                </a:solidFill>
                <a:latin typeface="Gisha" panose="020B0502040204020203" pitchFamily="34" charset="-79"/>
                <a:ea typeface="Calibri"/>
                <a:cs typeface="Gisha" panose="020B0502040204020203" pitchFamily="34" charset="-79"/>
              </a:rPr>
            </a:br>
            <a:endParaRPr lang="he-IL" sz="2000" dirty="0"/>
          </a:p>
        </p:txBody>
      </p:sp>
      <p:sp>
        <p:nvSpPr>
          <p:cNvPr id="5" name="TextBox 4"/>
          <p:cNvSpPr txBox="1"/>
          <p:nvPr/>
        </p:nvSpPr>
        <p:spPr>
          <a:xfrm>
            <a:off x="755576" y="5661248"/>
            <a:ext cx="1800200" cy="1015663"/>
          </a:xfrm>
          <a:prstGeom prst="rect">
            <a:avLst/>
          </a:prstGeom>
          <a:ln/>
        </p:spPr>
        <p:style>
          <a:lnRef idx="3">
            <a:schemeClr val="lt1"/>
          </a:lnRef>
          <a:fillRef idx="1">
            <a:schemeClr val="accent1"/>
          </a:fillRef>
          <a:effectRef idx="1">
            <a:schemeClr val="accent1"/>
          </a:effectRef>
          <a:fontRef idx="minor">
            <a:schemeClr val="lt1"/>
          </a:fontRef>
        </p:style>
        <p:txBody>
          <a:bodyPr wrap="square" rtlCol="1">
            <a:spAutoFit/>
          </a:bodyPr>
          <a:lstStyle/>
          <a:p>
            <a:pPr algn="ctr"/>
            <a:r>
              <a:rPr lang="ar-SA" sz="2000" b="1" dirty="0"/>
              <a:t>الان دوركم </a:t>
            </a:r>
          </a:p>
          <a:p>
            <a:pPr algn="ctr"/>
            <a:r>
              <a:rPr lang="ar-SA" sz="2000" b="1" dirty="0"/>
              <a:t>اضغطوا لمشاهدة </a:t>
            </a:r>
          </a:p>
          <a:p>
            <a:pPr algn="ctr"/>
            <a:r>
              <a:rPr lang="ar-SA" sz="2000" b="1" dirty="0">
                <a:hlinkClick r:id="rId3"/>
              </a:rPr>
              <a:t>الفيلم </a:t>
            </a:r>
            <a:endParaRPr lang="he-IL" sz="2000" b="1" dirty="0"/>
          </a:p>
        </p:txBody>
      </p:sp>
    </p:spTree>
    <p:extLst>
      <p:ext uri="{BB962C8B-B14F-4D97-AF65-F5344CB8AC3E}">
        <p14:creationId xmlns:p14="http://schemas.microsoft.com/office/powerpoint/2010/main" val="3469854999"/>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a:extLst>
              <a:ext uri="{FF2B5EF4-FFF2-40B4-BE49-F238E27FC236}">
                <a16:creationId xmlns:a16="http://schemas.microsoft.com/office/drawing/2014/main" id="{7773B577-6AB0-AB4D-6D0A-EF955BBA184D}"/>
              </a:ext>
            </a:extLst>
          </p:cNvPr>
          <p:cNvSpPr>
            <a:spLocks noGrp="1"/>
          </p:cNvSpPr>
          <p:nvPr>
            <p:ph type="title"/>
          </p:nvPr>
        </p:nvSpPr>
        <p:spPr/>
        <p:txBody>
          <a:bodyPr/>
          <a:lstStyle/>
          <a:p>
            <a:r>
              <a:rPr lang="ar-JO" sz="4400" b="1" i="0" dirty="0">
                <a:solidFill>
                  <a:srgbClr val="333333"/>
                </a:solidFill>
                <a:effectLst/>
                <a:latin typeface="Gisha" panose="020B0502040204020203" pitchFamily="34" charset="-79"/>
              </a:rPr>
              <a:t>الـتـداخـل الاجـتـمـاعـي (المشاركة المجتمعية)</a:t>
            </a:r>
            <a:endParaRPr lang="he-IL" dirty="0"/>
          </a:p>
        </p:txBody>
      </p:sp>
      <p:sp>
        <p:nvSpPr>
          <p:cNvPr id="4" name="מציין מיקום תוכן 3">
            <a:extLst>
              <a:ext uri="{FF2B5EF4-FFF2-40B4-BE49-F238E27FC236}">
                <a16:creationId xmlns:a16="http://schemas.microsoft.com/office/drawing/2014/main" id="{61219F7F-CB09-CF9C-B06E-BD12EE8CB9AF}"/>
              </a:ext>
            </a:extLst>
          </p:cNvPr>
          <p:cNvSpPr>
            <a:spLocks noGrp="1"/>
          </p:cNvSpPr>
          <p:nvPr>
            <p:ph idx="1"/>
          </p:nvPr>
        </p:nvSpPr>
        <p:spPr/>
        <p:txBody>
          <a:bodyPr/>
          <a:lstStyle/>
          <a:p>
            <a:pPr marL="0" indent="0">
              <a:buNone/>
            </a:pPr>
            <a:br>
              <a:rPr lang="ar-JO" sz="2800" dirty="0">
                <a:latin typeface="Gisha" panose="020B0502040204020203" pitchFamily="34" charset="-79"/>
              </a:rPr>
            </a:br>
            <a:r>
              <a:rPr lang="ar-JO" sz="2800" b="0" i="0" dirty="0">
                <a:solidFill>
                  <a:srgbClr val="333333"/>
                </a:solidFill>
                <a:effectLst/>
                <a:latin typeface="Gisha" panose="020B0502040204020203" pitchFamily="34" charset="-79"/>
              </a:rPr>
              <a:t>يهدف برنامج "التطور الشخصي والتداخل الاجتماعي" إلى تنمية خريج على خـُـلـُق ذي حس بقيمة ومعنى، ذي قدرة على الإدارة الذاتية، شاعر بالانتماء إلى المجتمع المحلي، المجتمع، والدولة وبالمسؤولية تجاه ثلاثـتها، مستعد للمشاركة في تصميم وبناء كل منها. يستند البرنامج إلى الاتجاه التربوي للتعلم من خلال الخدمة </a:t>
            </a:r>
            <a:r>
              <a:rPr lang="en-US" sz="2800" b="0" i="0" dirty="0">
                <a:solidFill>
                  <a:srgbClr val="333333"/>
                </a:solidFill>
                <a:effectLst/>
                <a:latin typeface="Gisha" panose="020B0502040204020203" pitchFamily="34" charset="-79"/>
              </a:rPr>
              <a:t>(</a:t>
            </a:r>
            <a:r>
              <a:rPr lang="en-US" sz="2800" b="0" i="0" dirty="0">
                <a:solidFill>
                  <a:srgbClr val="333333"/>
                </a:solidFill>
                <a:effectLst/>
                <a:latin typeface="Gisha" panose="020B0502040204020203" pitchFamily="34" charset="-79"/>
                <a:cs typeface="Gisha" panose="020B0502040204020203" pitchFamily="34" charset="-79"/>
              </a:rPr>
              <a:t>service learning )، </a:t>
            </a:r>
            <a:r>
              <a:rPr lang="ar-JO" sz="2800" b="0" i="0" dirty="0">
                <a:solidFill>
                  <a:srgbClr val="333333"/>
                </a:solidFill>
                <a:effectLst/>
                <a:latin typeface="Gisha" panose="020B0502040204020203" pitchFamily="34" charset="-79"/>
              </a:rPr>
              <a:t>فهو يعزز عملية التعلم ذي المعنى من خلال التأكيد على الجوانب النظرية التجريبية للإسهام في بناء المجتمع المحلي، في </a:t>
            </a:r>
            <a:r>
              <a:rPr lang="ar-JO" sz="2800" b="0" i="0" dirty="0" err="1">
                <a:solidFill>
                  <a:srgbClr val="333333"/>
                </a:solidFill>
                <a:effectLst/>
                <a:latin typeface="Gisha" panose="020B0502040204020203" pitchFamily="34" charset="-79"/>
              </a:rPr>
              <a:t>سيرورات</a:t>
            </a:r>
            <a:r>
              <a:rPr lang="ar-JO" sz="2800" b="0" i="0" dirty="0">
                <a:solidFill>
                  <a:srgbClr val="333333"/>
                </a:solidFill>
                <a:effectLst/>
                <a:latin typeface="Gisha" panose="020B0502040204020203" pitchFamily="34" charset="-79"/>
              </a:rPr>
              <a:t> مـبـيـَّـنـة وللحوار الأخلاقي الانعكاسي المتواصل.</a:t>
            </a:r>
            <a:endParaRPr lang="he-IL" sz="2800" dirty="0">
              <a:latin typeface="Gisha" panose="020B0502040204020203" pitchFamily="34" charset="-79"/>
              <a:cs typeface="Gisha" panose="020B0502040204020203" pitchFamily="34" charset="-79"/>
            </a:endParaRPr>
          </a:p>
        </p:txBody>
      </p:sp>
    </p:spTree>
    <p:extLst>
      <p:ext uri="{BB962C8B-B14F-4D97-AF65-F5344CB8AC3E}">
        <p14:creationId xmlns:p14="http://schemas.microsoft.com/office/powerpoint/2010/main" val="222518678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5536" y="332656"/>
            <a:ext cx="8229600" cy="770605"/>
          </a:xfrm>
        </p:spPr>
        <p:txBody>
          <a:bodyPr rtlCol="0">
            <a:normAutofit fontScale="90000"/>
          </a:bodyPr>
          <a:lstStyle/>
          <a:p>
            <a:pPr fontAlgn="auto">
              <a:spcAft>
                <a:spcPts val="0"/>
              </a:spcAft>
              <a:defRPr/>
            </a:pPr>
            <a:br>
              <a:rPr lang="ar-SA" sz="3300" b="1" dirty="0">
                <a:latin typeface="Times New Roman" pitchFamily="18" charset="0"/>
                <a:cs typeface="Times New Roman" pitchFamily="18" charset="0"/>
              </a:rPr>
            </a:br>
            <a:r>
              <a:rPr lang="ar-SA" b="1" dirty="0">
                <a:solidFill>
                  <a:srgbClr val="0070C0"/>
                </a:solidFill>
                <a:latin typeface="Times New Roman" pitchFamily="18" charset="0"/>
                <a:cs typeface="Times New Roman" pitchFamily="18" charset="0"/>
              </a:rPr>
              <a:t>التعلم من خلال الخدمة </a:t>
            </a:r>
            <a:r>
              <a:rPr lang="en-US" sz="3600" b="1" dirty="0">
                <a:solidFill>
                  <a:schemeClr val="tx2"/>
                </a:solidFill>
                <a:effectLst>
                  <a:outerShdw blurRad="38100" dist="38100" dir="2700000" algn="tl">
                    <a:srgbClr val="000000">
                      <a:alpha val="43137"/>
                    </a:srgbClr>
                  </a:outerShdw>
                </a:effectLst>
                <a:latin typeface="Gisha" panose="020B0502040204020203" pitchFamily="34" charset="-79"/>
              </a:rPr>
              <a:t>SERVICE LEARNING)</a:t>
            </a:r>
            <a:r>
              <a:rPr lang="he-IL" sz="3600" b="1" dirty="0">
                <a:solidFill>
                  <a:schemeClr val="tx2"/>
                </a:solidFill>
                <a:effectLst>
                  <a:outerShdw blurRad="38100" dist="38100" dir="2700000" algn="tl">
                    <a:srgbClr val="000000">
                      <a:alpha val="43137"/>
                    </a:srgbClr>
                  </a:outerShdw>
                </a:effectLst>
                <a:latin typeface="Gisha" panose="020B0502040204020203" pitchFamily="34" charset="-79"/>
              </a:rPr>
              <a:t>)</a:t>
            </a:r>
            <a:r>
              <a:rPr lang="en-US" sz="3600" b="1" dirty="0">
                <a:solidFill>
                  <a:schemeClr val="tx2"/>
                </a:solidFill>
                <a:effectLst>
                  <a:outerShdw blurRad="38100" dist="38100" dir="2700000" algn="tl">
                    <a:srgbClr val="000000">
                      <a:alpha val="43137"/>
                    </a:srgbClr>
                  </a:outerShdw>
                </a:effectLst>
                <a:latin typeface="Gisha" panose="020B0502040204020203" pitchFamily="34" charset="-79"/>
              </a:rPr>
              <a:t> </a:t>
            </a:r>
            <a:br>
              <a:rPr lang="he-IL" b="1" dirty="0"/>
            </a:br>
            <a:endParaRPr lang="he-IL" dirty="0"/>
          </a:p>
        </p:txBody>
      </p:sp>
      <p:sp>
        <p:nvSpPr>
          <p:cNvPr id="5" name="אליפסה 4"/>
          <p:cNvSpPr/>
          <p:nvPr/>
        </p:nvSpPr>
        <p:spPr>
          <a:xfrm>
            <a:off x="2882848" y="1818401"/>
            <a:ext cx="3075305" cy="2844798"/>
          </a:xfrm>
          <a:prstGeom prst="ellipse">
            <a:avLst/>
          </a:prstGeom>
          <a:solidFill>
            <a:srgbClr val="00B0F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endParaRPr lang="he-IL" dirty="0">
              <a:solidFill>
                <a:prstClr val="white"/>
              </a:solidFill>
            </a:endParaRPr>
          </a:p>
        </p:txBody>
      </p:sp>
      <p:sp>
        <p:nvSpPr>
          <p:cNvPr id="6" name="אליפסה 5"/>
          <p:cNvSpPr/>
          <p:nvPr/>
        </p:nvSpPr>
        <p:spPr>
          <a:xfrm>
            <a:off x="3239853" y="2867241"/>
            <a:ext cx="4802711" cy="2310922"/>
          </a:xfrm>
          <a:prstGeom prst="ellipse">
            <a:avLst/>
          </a:prstGeom>
          <a:solidFill>
            <a:srgbClr val="FF33CC">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endParaRPr lang="he-IL" dirty="0">
              <a:solidFill>
                <a:prstClr val="white"/>
              </a:solidFill>
            </a:endParaRPr>
          </a:p>
        </p:txBody>
      </p:sp>
      <p:sp>
        <p:nvSpPr>
          <p:cNvPr id="7" name="אליפסה 6"/>
          <p:cNvSpPr/>
          <p:nvPr/>
        </p:nvSpPr>
        <p:spPr>
          <a:xfrm>
            <a:off x="666972" y="2867242"/>
            <a:ext cx="4785721" cy="2256739"/>
          </a:xfrm>
          <a:prstGeom prst="ellipse">
            <a:avLst/>
          </a:prstGeom>
          <a:solidFill>
            <a:srgbClr val="FFFF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endParaRPr lang="he-IL" dirty="0">
              <a:solidFill>
                <a:prstClr val="white"/>
              </a:solidFill>
            </a:endParaRPr>
          </a:p>
        </p:txBody>
      </p:sp>
      <p:sp>
        <p:nvSpPr>
          <p:cNvPr id="7174" name="TextBox 7"/>
          <p:cNvSpPr txBox="1">
            <a:spLocks noChangeArrowheads="1"/>
          </p:cNvSpPr>
          <p:nvPr/>
        </p:nvSpPr>
        <p:spPr bwMode="auto">
          <a:xfrm>
            <a:off x="3563888" y="3356992"/>
            <a:ext cx="165618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r>
              <a:rPr lang="ar-SA" altLang="he-IL" b="1" dirty="0">
                <a:latin typeface="Times New Roman" pitchFamily="18" charset="0"/>
                <a:cs typeface="Times New Roman" pitchFamily="18" charset="0"/>
              </a:rPr>
              <a:t>تعلم من خلال الخدمة  في المجتمع</a:t>
            </a:r>
          </a:p>
          <a:p>
            <a:pPr algn="ctr"/>
            <a:r>
              <a:rPr lang="en-US" altLang="he-IL" b="1" dirty="0">
                <a:latin typeface="Times New Roman" pitchFamily="18" charset="0"/>
                <a:cs typeface="Times New Roman" pitchFamily="18" charset="0"/>
              </a:rPr>
              <a:t>Service Learning</a:t>
            </a:r>
            <a:endParaRPr lang="he-IL" altLang="he-IL" b="1" dirty="0">
              <a:latin typeface="Times New Roman" pitchFamily="18" charset="0"/>
              <a:cs typeface="Times New Roman" pitchFamily="18" charset="0"/>
            </a:endParaRPr>
          </a:p>
        </p:txBody>
      </p:sp>
      <p:sp>
        <p:nvSpPr>
          <p:cNvPr id="7175" name="TextBox 8"/>
          <p:cNvSpPr txBox="1">
            <a:spLocks noChangeArrowheads="1"/>
          </p:cNvSpPr>
          <p:nvPr/>
        </p:nvSpPr>
        <p:spPr bwMode="auto">
          <a:xfrm>
            <a:off x="3059832" y="1818400"/>
            <a:ext cx="280004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he-IL"/>
            </a:defPPr>
            <a:lvl1pPr algn="ctr">
              <a:defRPr b="1">
                <a:solidFill>
                  <a:srgbClr val="1F497D"/>
                </a:solidFill>
                <a:latin typeface="Gisha" pitchFamily="34" charset="-79"/>
                <a:cs typeface="Gisha" pitchFamily="34" charset="-79"/>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r>
              <a:rPr lang="ar-SA" altLang="he-IL" dirty="0">
                <a:solidFill>
                  <a:schemeClr val="tx1"/>
                </a:solidFill>
                <a:latin typeface="Times New Roman" pitchFamily="18" charset="0"/>
                <a:cs typeface="Times New Roman" pitchFamily="18" charset="0"/>
              </a:rPr>
              <a:t>تجربة عملية</a:t>
            </a:r>
            <a:endParaRPr lang="he-IL" altLang="he-IL" dirty="0">
              <a:solidFill>
                <a:schemeClr val="tx1"/>
              </a:solidFill>
              <a:latin typeface="Times New Roman" pitchFamily="18" charset="0"/>
              <a:cs typeface="Times New Roman" pitchFamily="18" charset="0"/>
            </a:endParaRPr>
          </a:p>
          <a:p>
            <a:r>
              <a:rPr lang="en-US" altLang="he-IL" dirty="0">
                <a:solidFill>
                  <a:schemeClr val="tx1"/>
                </a:solidFill>
                <a:latin typeface="Times New Roman" pitchFamily="18" charset="0"/>
                <a:cs typeface="Times New Roman" pitchFamily="18" charset="0"/>
              </a:rPr>
              <a:t>Civic Engagement</a:t>
            </a:r>
          </a:p>
          <a:p>
            <a:r>
              <a:rPr lang="ar-SA" altLang="he-IL" dirty="0">
                <a:solidFill>
                  <a:schemeClr val="tx1"/>
                </a:solidFill>
                <a:latin typeface="Times New Roman" pitchFamily="18" charset="0"/>
                <a:cs typeface="Times New Roman" pitchFamily="18" charset="0"/>
              </a:rPr>
              <a:t>( تداخل اجتماعي، إحداث تغيير ) </a:t>
            </a:r>
            <a:endParaRPr lang="he-IL" altLang="he-IL" dirty="0">
              <a:solidFill>
                <a:schemeClr val="tx1"/>
              </a:solidFill>
              <a:latin typeface="Times New Roman" pitchFamily="18" charset="0"/>
              <a:cs typeface="Times New Roman" pitchFamily="18" charset="0"/>
            </a:endParaRPr>
          </a:p>
        </p:txBody>
      </p:sp>
      <p:sp>
        <p:nvSpPr>
          <p:cNvPr id="7176" name="TextBox 9"/>
          <p:cNvSpPr txBox="1">
            <a:spLocks noChangeArrowheads="1"/>
          </p:cNvSpPr>
          <p:nvPr/>
        </p:nvSpPr>
        <p:spPr bwMode="auto">
          <a:xfrm>
            <a:off x="5652120" y="3284984"/>
            <a:ext cx="231028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r>
              <a:rPr lang="ar-SA" altLang="he-IL" b="1" dirty="0">
                <a:latin typeface="Times New Roman" pitchFamily="18" charset="0"/>
                <a:cs typeface="Times New Roman" pitchFamily="18" charset="0"/>
              </a:rPr>
              <a:t>تطور ذاتي</a:t>
            </a:r>
            <a:endParaRPr lang="he-IL" altLang="he-IL" b="1" dirty="0">
              <a:latin typeface="Times New Roman" pitchFamily="18" charset="0"/>
              <a:cs typeface="Times New Roman" pitchFamily="18" charset="0"/>
            </a:endParaRPr>
          </a:p>
          <a:p>
            <a:pPr algn="ctr" rtl="0"/>
            <a:r>
              <a:rPr lang="en-US" altLang="he-IL" b="1" dirty="0">
                <a:latin typeface="Times New Roman" pitchFamily="18" charset="0"/>
                <a:cs typeface="Times New Roman" pitchFamily="18" charset="0"/>
              </a:rPr>
              <a:t>Personal Growth and Interpersonal Skills</a:t>
            </a:r>
            <a:endParaRPr lang="he-IL" altLang="he-IL" b="1" dirty="0">
              <a:latin typeface="Times New Roman" pitchFamily="18" charset="0"/>
              <a:cs typeface="Times New Roman" pitchFamily="18" charset="0"/>
            </a:endParaRPr>
          </a:p>
          <a:p>
            <a:pPr algn="ctr"/>
            <a:r>
              <a:rPr lang="ar-SA" altLang="he-IL" b="1" dirty="0">
                <a:latin typeface="Times New Roman" pitchFamily="18" charset="0"/>
                <a:cs typeface="Times New Roman" pitchFamily="18" charset="0"/>
              </a:rPr>
              <a:t>( قيم، مهارات، </a:t>
            </a:r>
            <a:r>
              <a:rPr lang="ar-SA" altLang="he-IL" b="1" dirty="0" err="1">
                <a:latin typeface="Times New Roman" pitchFamily="18" charset="0"/>
                <a:cs typeface="Times New Roman" pitchFamily="18" charset="0"/>
              </a:rPr>
              <a:t>الإسترجاع</a:t>
            </a:r>
            <a:r>
              <a:rPr lang="ar-SA" altLang="he-IL" b="1" dirty="0">
                <a:latin typeface="Times New Roman" pitchFamily="18" charset="0"/>
                <a:cs typeface="Times New Roman" pitchFamily="18" charset="0"/>
              </a:rPr>
              <a:t> الذهني</a:t>
            </a:r>
            <a:r>
              <a:rPr lang="he-IL" altLang="he-IL" b="1" dirty="0">
                <a:latin typeface="Times New Roman" pitchFamily="18" charset="0"/>
                <a:cs typeface="Times New Roman" pitchFamily="18" charset="0"/>
              </a:rPr>
              <a:t> רפלקציה</a:t>
            </a:r>
            <a:r>
              <a:rPr lang="ar-SA" altLang="he-IL" b="1" dirty="0">
                <a:latin typeface="Times New Roman" pitchFamily="18" charset="0"/>
                <a:cs typeface="Times New Roman" pitchFamily="18" charset="0"/>
              </a:rPr>
              <a:t> ) </a:t>
            </a:r>
            <a:endParaRPr lang="he-IL" altLang="he-IL" b="1" dirty="0">
              <a:latin typeface="Times New Roman" pitchFamily="18" charset="0"/>
              <a:cs typeface="Times New Roman" pitchFamily="18" charset="0"/>
            </a:endParaRPr>
          </a:p>
        </p:txBody>
      </p:sp>
      <p:sp>
        <p:nvSpPr>
          <p:cNvPr id="7177" name="TextBox 10"/>
          <p:cNvSpPr txBox="1">
            <a:spLocks noChangeArrowheads="1"/>
          </p:cNvSpPr>
          <p:nvPr/>
        </p:nvSpPr>
        <p:spPr bwMode="auto">
          <a:xfrm>
            <a:off x="827584" y="3212976"/>
            <a:ext cx="250864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rtl="0"/>
            <a:r>
              <a:rPr lang="ar-SA" altLang="he-IL" b="1" dirty="0">
                <a:latin typeface="Times New Roman" pitchFamily="18" charset="0"/>
                <a:cs typeface="Times New Roman" pitchFamily="18" charset="0"/>
              </a:rPr>
              <a:t>إثراء نظري</a:t>
            </a:r>
          </a:p>
          <a:p>
            <a:pPr algn="ctr" rtl="0"/>
            <a:r>
              <a:rPr lang="en-US" altLang="he-IL" b="1" dirty="0">
                <a:latin typeface="Times New Roman" pitchFamily="18" charset="0"/>
                <a:cs typeface="Times New Roman" pitchFamily="18" charset="0"/>
              </a:rPr>
              <a:t>Academic Enhancement</a:t>
            </a:r>
            <a:endParaRPr lang="he-IL" altLang="he-IL" b="1" dirty="0">
              <a:latin typeface="Times New Roman" pitchFamily="18" charset="0"/>
              <a:cs typeface="Times New Roman" pitchFamily="18" charset="0"/>
            </a:endParaRPr>
          </a:p>
          <a:p>
            <a:pPr algn="ctr"/>
            <a:r>
              <a:rPr lang="ar-SA" altLang="he-IL" b="1" dirty="0">
                <a:latin typeface="Times New Roman" pitchFamily="18" charset="0"/>
                <a:cs typeface="Times New Roman" pitchFamily="18" charset="0"/>
              </a:rPr>
              <a:t>( اكتساب معرفة، مصطلحات أساسية، تعلم أبحاث )</a:t>
            </a:r>
            <a:endParaRPr lang="he-IL" altLang="he-IL" b="1" dirty="0">
              <a:latin typeface="Times New Roman" pitchFamily="18" charset="0"/>
              <a:cs typeface="Times New Roman" pitchFamily="18" charset="0"/>
            </a:endParaRPr>
          </a:p>
        </p:txBody>
      </p:sp>
      <p:sp>
        <p:nvSpPr>
          <p:cNvPr id="10" name="ירח 9"/>
          <p:cNvSpPr/>
          <p:nvPr/>
        </p:nvSpPr>
        <p:spPr>
          <a:xfrm rot="16200000">
            <a:off x="4038210" y="1729923"/>
            <a:ext cx="1210457" cy="7200900"/>
          </a:xfrm>
          <a:prstGeom prst="moon">
            <a:avLst/>
          </a:prstGeom>
          <a:solidFill>
            <a:srgbClr val="4F81BD">
              <a:lumMod val="75000"/>
            </a:srgbClr>
          </a:solidFill>
          <a:ln w="25400" cap="flat" cmpd="sng" algn="ctr">
            <a:solidFill>
              <a:srgbClr val="4F81BD">
                <a:shade val="50000"/>
              </a:srgbClr>
            </a:solidFill>
            <a:prstDash val="solid"/>
          </a:ln>
          <a:effectLst/>
        </p:spPr>
        <p:txBody>
          <a:bodyPr rtlCol="1" anchor="ctr"/>
          <a:lstStyle/>
          <a:p>
            <a:pPr algn="ctr" defTabSz="685800" fontAlgn="auto">
              <a:spcBef>
                <a:spcPts val="0"/>
              </a:spcBef>
              <a:spcAft>
                <a:spcPts val="0"/>
              </a:spcAft>
              <a:defRPr/>
            </a:pPr>
            <a:endParaRPr lang="he-IL" sz="1350" kern="0">
              <a:solidFill>
                <a:sysClr val="window" lastClr="FFFFFF"/>
              </a:solidFill>
              <a:latin typeface="Calibri"/>
              <a:cs typeface="Arial"/>
            </a:endParaRPr>
          </a:p>
        </p:txBody>
      </p:sp>
      <p:sp>
        <p:nvSpPr>
          <p:cNvPr id="11" name="TextBox 10"/>
          <p:cNvSpPr txBox="1"/>
          <p:nvPr/>
        </p:nvSpPr>
        <p:spPr>
          <a:xfrm>
            <a:off x="6514307" y="5181005"/>
            <a:ext cx="954087" cy="369332"/>
          </a:xfrm>
          <a:prstGeom prst="rect">
            <a:avLst/>
          </a:prstGeom>
          <a:noFill/>
        </p:spPr>
        <p:txBody>
          <a:bodyPr rtlCol="1">
            <a:spAutoFit/>
          </a:bodyPr>
          <a:lstStyle/>
          <a:p>
            <a:pPr algn="ctr" defTabSz="685800" fontAlgn="auto">
              <a:spcBef>
                <a:spcPts val="0"/>
              </a:spcBef>
              <a:spcAft>
                <a:spcPts val="0"/>
              </a:spcAft>
              <a:defRPr/>
            </a:pPr>
            <a:r>
              <a:rPr lang="ar-SA" b="1" kern="0" spc="-75" dirty="0">
                <a:solidFill>
                  <a:sysClr val="window" lastClr="FFFFFF"/>
                </a:solidFill>
                <a:effectLst>
                  <a:outerShdw blurRad="38100" dist="38100" dir="2700000" algn="tl">
                    <a:srgbClr val="000000">
                      <a:alpha val="43137"/>
                    </a:srgbClr>
                  </a:outerShdw>
                </a:effectLst>
                <a:latin typeface="Times New Roman" pitchFamily="18" charset="0"/>
                <a:ea typeface="+mj-ea"/>
                <a:cs typeface="Times New Roman" pitchFamily="18" charset="0"/>
              </a:rPr>
              <a:t>قيمة</a:t>
            </a:r>
            <a:endParaRPr lang="he-IL" b="1" kern="0" spc="-75" dirty="0">
              <a:solidFill>
                <a:sysClr val="window" lastClr="FFFFFF"/>
              </a:solidFill>
              <a:effectLst>
                <a:outerShdw blurRad="38100" dist="38100" dir="2700000" algn="tl">
                  <a:srgbClr val="000000">
                    <a:alpha val="43137"/>
                  </a:srgbClr>
                </a:outerShdw>
              </a:effectLst>
              <a:latin typeface="Times New Roman" pitchFamily="18" charset="0"/>
              <a:ea typeface="+mj-ea"/>
              <a:cs typeface="Times New Roman" pitchFamily="18" charset="0"/>
            </a:endParaRPr>
          </a:p>
        </p:txBody>
      </p:sp>
      <p:sp>
        <p:nvSpPr>
          <p:cNvPr id="12" name="TextBox 11"/>
          <p:cNvSpPr txBox="1"/>
          <p:nvPr/>
        </p:nvSpPr>
        <p:spPr>
          <a:xfrm>
            <a:off x="3683001" y="5547821"/>
            <a:ext cx="1681163" cy="369332"/>
          </a:xfrm>
          <a:prstGeom prst="rect">
            <a:avLst/>
          </a:prstGeom>
          <a:noFill/>
        </p:spPr>
        <p:txBody>
          <a:bodyPr rtlCol="1">
            <a:spAutoFit/>
          </a:bodyPr>
          <a:lstStyle/>
          <a:p>
            <a:pPr algn="ctr" defTabSz="685800" fontAlgn="auto">
              <a:spcBef>
                <a:spcPts val="0"/>
              </a:spcBef>
              <a:spcAft>
                <a:spcPts val="0"/>
              </a:spcAft>
              <a:defRPr/>
            </a:pPr>
            <a:r>
              <a:rPr lang="ar-SA" b="1" kern="0" dirty="0">
                <a:solidFill>
                  <a:sysClr val="window" lastClr="FFFFFF"/>
                </a:solidFill>
                <a:effectLst>
                  <a:outerShdw blurRad="38100" dist="38100" dir="2700000" algn="tl">
                    <a:srgbClr val="000000">
                      <a:alpha val="43137"/>
                    </a:srgbClr>
                  </a:outerShdw>
                </a:effectLst>
                <a:latin typeface="Times New Roman" pitchFamily="18" charset="0"/>
                <a:cs typeface="Times New Roman" pitchFamily="18" charset="0"/>
              </a:rPr>
              <a:t>تداخل</a:t>
            </a:r>
            <a:endParaRPr lang="he-IL" b="1" kern="0" dirty="0">
              <a:solidFill>
                <a:sysClr val="window" lastClr="FFFFFF"/>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3" name="TextBox 12"/>
          <p:cNvSpPr txBox="1"/>
          <p:nvPr/>
        </p:nvSpPr>
        <p:spPr>
          <a:xfrm rot="740543">
            <a:off x="1506538" y="5118626"/>
            <a:ext cx="1739900" cy="369332"/>
          </a:xfrm>
          <a:prstGeom prst="rect">
            <a:avLst/>
          </a:prstGeom>
          <a:noFill/>
        </p:spPr>
        <p:txBody>
          <a:bodyPr rtlCol="1">
            <a:spAutoFit/>
          </a:bodyPr>
          <a:lstStyle/>
          <a:p>
            <a:pPr algn="ctr" defTabSz="685800" fontAlgn="auto">
              <a:spcBef>
                <a:spcPts val="0"/>
              </a:spcBef>
              <a:spcAft>
                <a:spcPts val="0"/>
              </a:spcAft>
              <a:defRPr/>
            </a:pPr>
            <a:r>
              <a:rPr lang="ar-SA" b="1" kern="0" dirty="0">
                <a:solidFill>
                  <a:sysClr val="window" lastClr="FFFFFF"/>
                </a:solidFill>
                <a:effectLst>
                  <a:outerShdw blurRad="38100" dist="38100" dir="2700000" algn="tl">
                    <a:srgbClr val="000000">
                      <a:alpha val="43137"/>
                    </a:srgbClr>
                  </a:outerShdw>
                </a:effectLst>
                <a:latin typeface="Times New Roman" pitchFamily="18" charset="0"/>
                <a:cs typeface="Times New Roman" pitchFamily="18" charset="0"/>
              </a:rPr>
              <a:t>العلاقة بالموضوع</a:t>
            </a:r>
            <a:endParaRPr lang="he-IL" b="1" kern="0" dirty="0">
              <a:solidFill>
                <a:sysClr val="window" lastClr="FFFFFF"/>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TextBox 2"/>
          <p:cNvSpPr txBox="1"/>
          <p:nvPr/>
        </p:nvSpPr>
        <p:spPr>
          <a:xfrm>
            <a:off x="611560" y="5949280"/>
            <a:ext cx="1656184"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r>
              <a:rPr lang="ar-SA" b="1" dirty="0"/>
              <a:t>فيلم (لغة انجليزية)</a:t>
            </a:r>
          </a:p>
          <a:p>
            <a:r>
              <a:rPr lang="ar-SA" b="1" dirty="0"/>
              <a:t> </a:t>
            </a:r>
            <a:r>
              <a:rPr lang="ar-SA" b="1" dirty="0">
                <a:hlinkClick r:id="rId2"/>
              </a:rPr>
              <a:t>التعلم من خلال  الخدمة</a:t>
            </a:r>
            <a:endParaRPr lang="he-IL" b="1" dirty="0"/>
          </a:p>
        </p:txBody>
      </p:sp>
    </p:spTree>
    <p:extLst>
      <p:ext uri="{BB962C8B-B14F-4D97-AF65-F5344CB8AC3E}">
        <p14:creationId xmlns:p14="http://schemas.microsoft.com/office/powerpoint/2010/main" val="247898069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מספר שקופית 1"/>
          <p:cNvSpPr>
            <a:spLocks noGrp="1"/>
          </p:cNvSpPr>
          <p:nvPr>
            <p:ph type="sldNum" sz="quarter" idx="12"/>
          </p:nvPr>
        </p:nvSpPr>
        <p:spPr/>
        <p:txBody>
          <a:bodyPr/>
          <a:lstStyle/>
          <a:p>
            <a:fld id="{0FF54DE5-C571-48E8-A5BC-B369434E2F44}" type="slidenum">
              <a:rPr lang="he-IL" smtClean="0"/>
              <a:t>4</a:t>
            </a:fld>
            <a:endParaRPr lang="he-IL"/>
          </a:p>
        </p:txBody>
      </p:sp>
      <p:cxnSp>
        <p:nvCxnSpPr>
          <p:cNvPr id="23" name="מחבר חץ ישר 22"/>
          <p:cNvCxnSpPr/>
          <p:nvPr/>
        </p:nvCxnSpPr>
        <p:spPr>
          <a:xfrm>
            <a:off x="1619672" y="4653136"/>
            <a:ext cx="0" cy="67446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מחבר חץ ישר 23"/>
          <p:cNvCxnSpPr/>
          <p:nvPr/>
        </p:nvCxnSpPr>
        <p:spPr>
          <a:xfrm>
            <a:off x="7308304" y="4653136"/>
            <a:ext cx="0" cy="7920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מחבר חץ ישר 24"/>
          <p:cNvCxnSpPr/>
          <p:nvPr/>
        </p:nvCxnSpPr>
        <p:spPr>
          <a:xfrm>
            <a:off x="4572000" y="4581128"/>
            <a:ext cx="0" cy="73813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4" name="מלבן מעוגל 7"/>
          <p:cNvSpPr/>
          <p:nvPr/>
        </p:nvSpPr>
        <p:spPr>
          <a:xfrm>
            <a:off x="467544" y="5445224"/>
            <a:ext cx="8135937" cy="1278681"/>
          </a:xfrm>
          <a:prstGeom prst="roundRect">
            <a:avLst/>
          </a:prstGeom>
          <a:solidFill>
            <a:srgbClr val="B8AF8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sz="2800" b="1" dirty="0">
                <a:solidFill>
                  <a:schemeClr val="accent5">
                    <a:lumMod val="75000"/>
                  </a:schemeClr>
                </a:solidFill>
                <a:latin typeface="Times New Roman" pitchFamily="18" charset="0"/>
                <a:cs typeface="Times New Roman" pitchFamily="18" charset="0"/>
              </a:rPr>
              <a:t>تـنمية خريج مستقل، ذي حصانة نفسية، ذي وعي ٍ وادراك اجتماعي، مُتعاطف, مبالٍ ومسؤول. يرى في الـتـداخل الاجتماعي قيمة</a:t>
            </a:r>
          </a:p>
          <a:p>
            <a:pPr algn="ctr">
              <a:defRPr/>
            </a:pPr>
            <a:r>
              <a:rPr lang="ar-SA" sz="2800" b="1" dirty="0">
                <a:solidFill>
                  <a:schemeClr val="accent5">
                    <a:lumMod val="75000"/>
                  </a:schemeClr>
                </a:solidFill>
                <a:latin typeface="Times New Roman" pitchFamily="18" charset="0"/>
                <a:cs typeface="Times New Roman" pitchFamily="18" charset="0"/>
              </a:rPr>
              <a:t> ونهج حياة. </a:t>
            </a:r>
            <a:endParaRPr lang="he-IL" sz="2400" dirty="0">
              <a:solidFill>
                <a:schemeClr val="bg1"/>
              </a:solidFill>
            </a:endParaRPr>
          </a:p>
        </p:txBody>
      </p:sp>
      <p:sp>
        <p:nvSpPr>
          <p:cNvPr id="15" name="מלבן מעוגל 8"/>
          <p:cNvSpPr/>
          <p:nvPr/>
        </p:nvSpPr>
        <p:spPr>
          <a:xfrm>
            <a:off x="6012160" y="1556792"/>
            <a:ext cx="2376488" cy="2952328"/>
          </a:xfrm>
          <a:prstGeom prst="roundRect">
            <a:avLst/>
          </a:prstGeom>
          <a:solidFill>
            <a:srgbClr val="1E497C"/>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sz="2400" b="1" dirty="0">
                <a:latin typeface="Times New Roman" pitchFamily="18" charset="0"/>
                <a:cs typeface="Times New Roman" pitchFamily="18" charset="0"/>
              </a:rPr>
              <a:t>مساعدة الطلاب في تطورهم الذاتي وفي بناء هويتهم، لتنمية الشعور بالقيمة الذاتية والانتماء إلى المجتمع .</a:t>
            </a:r>
            <a:endParaRPr lang="he-IL" sz="2400" b="1" dirty="0">
              <a:latin typeface="Times New Roman" pitchFamily="18" charset="0"/>
              <a:cs typeface="Times New Roman" pitchFamily="18" charset="0"/>
            </a:endParaRPr>
          </a:p>
        </p:txBody>
      </p:sp>
      <p:sp>
        <p:nvSpPr>
          <p:cNvPr id="16" name="מלבן מעוגל 9"/>
          <p:cNvSpPr/>
          <p:nvPr/>
        </p:nvSpPr>
        <p:spPr>
          <a:xfrm>
            <a:off x="3347864" y="1484784"/>
            <a:ext cx="2390775" cy="3024336"/>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sz="2800" b="1" dirty="0">
                <a:solidFill>
                  <a:schemeClr val="bg1">
                    <a:lumMod val="95000"/>
                  </a:schemeClr>
                </a:solidFill>
                <a:latin typeface="Times New Roman" pitchFamily="18" charset="0"/>
                <a:cs typeface="Times New Roman" pitchFamily="18" charset="0"/>
              </a:rPr>
              <a:t>إثارة الدافعية لدى الطلاب للتداخل الاجتماعي  الفعال والنمو الذاتي </a:t>
            </a:r>
            <a:r>
              <a:rPr lang="ar-SA" b="1" dirty="0">
                <a:solidFill>
                  <a:schemeClr val="bg1">
                    <a:lumMod val="95000"/>
                  </a:schemeClr>
                </a:solidFill>
                <a:latin typeface="Times New Roman" pitchFamily="18" charset="0"/>
                <a:cs typeface="Times New Roman" pitchFamily="18" charset="0"/>
              </a:rPr>
              <a:t>.</a:t>
            </a:r>
            <a:endParaRPr lang="he-IL" b="1" dirty="0">
              <a:solidFill>
                <a:schemeClr val="bg1">
                  <a:lumMod val="95000"/>
                </a:schemeClr>
              </a:solidFill>
            </a:endParaRPr>
          </a:p>
        </p:txBody>
      </p:sp>
      <p:sp>
        <p:nvSpPr>
          <p:cNvPr id="17" name="מלבן מעוגל 10"/>
          <p:cNvSpPr/>
          <p:nvPr/>
        </p:nvSpPr>
        <p:spPr>
          <a:xfrm>
            <a:off x="467544" y="1484784"/>
            <a:ext cx="2520280" cy="309641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sz="2800" b="1" dirty="0">
                <a:solidFill>
                  <a:schemeClr val="bg1">
                    <a:lumMod val="95000"/>
                  </a:schemeClr>
                </a:solidFill>
                <a:latin typeface="Times New Roman" pitchFamily="18" charset="0"/>
                <a:cs typeface="Times New Roman" pitchFamily="18" charset="0"/>
              </a:rPr>
              <a:t>تـشجيع الطلاب وحثهم على </a:t>
            </a:r>
            <a:r>
              <a:rPr lang="ar-SA" sz="2800" b="1" dirty="0" err="1">
                <a:solidFill>
                  <a:schemeClr val="bg1">
                    <a:lumMod val="95000"/>
                  </a:schemeClr>
                </a:solidFill>
                <a:latin typeface="Times New Roman" pitchFamily="18" charset="0"/>
                <a:cs typeface="Times New Roman" pitchFamily="18" charset="0"/>
              </a:rPr>
              <a:t>تذويت</a:t>
            </a:r>
            <a:r>
              <a:rPr lang="ar-SA" sz="2800" b="1" dirty="0">
                <a:solidFill>
                  <a:schemeClr val="bg1">
                    <a:lumMod val="95000"/>
                  </a:schemeClr>
                </a:solidFill>
                <a:latin typeface="Times New Roman" pitchFamily="18" charset="0"/>
                <a:cs typeface="Times New Roman" pitchFamily="18" charset="0"/>
              </a:rPr>
              <a:t> قيم التداخل الاجتماعي على المستويَيْن الذاتي والاجتماعي </a:t>
            </a:r>
            <a:r>
              <a:rPr lang="ar-SA" b="1" dirty="0">
                <a:solidFill>
                  <a:schemeClr val="bg1">
                    <a:lumMod val="95000"/>
                  </a:schemeClr>
                </a:solidFill>
              </a:rPr>
              <a:t>.</a:t>
            </a:r>
            <a:endParaRPr lang="he-IL" b="1" dirty="0">
              <a:solidFill>
                <a:schemeClr val="bg1">
                  <a:lumMod val="95000"/>
                </a:schemeClr>
              </a:solidFill>
            </a:endParaRPr>
          </a:p>
        </p:txBody>
      </p:sp>
      <p:sp>
        <p:nvSpPr>
          <p:cNvPr id="3" name="TextBox 2"/>
          <p:cNvSpPr txBox="1"/>
          <p:nvPr/>
        </p:nvSpPr>
        <p:spPr>
          <a:xfrm>
            <a:off x="1115616" y="260648"/>
            <a:ext cx="6840760" cy="646331"/>
          </a:xfrm>
          <a:prstGeom prst="rect">
            <a:avLst/>
          </a:prstGeom>
          <a:solidFill>
            <a:schemeClr val="tx2">
              <a:lumMod val="40000"/>
              <a:lumOff val="60000"/>
            </a:schemeClr>
          </a:solidFill>
          <a:ln>
            <a:solidFill>
              <a:schemeClr val="accent1"/>
            </a:solidFill>
          </a:ln>
        </p:spPr>
        <p:txBody>
          <a:bodyPr wrap="square" rtlCol="1">
            <a:spAutoFit/>
          </a:bodyPr>
          <a:lstStyle/>
          <a:p>
            <a:pPr algn="ctr"/>
            <a:r>
              <a:rPr lang="ar-SA" sz="3600" b="1" dirty="0">
                <a:solidFill>
                  <a:schemeClr val="bg1"/>
                </a:solidFill>
                <a:latin typeface="Times New Roman" pitchFamily="18" charset="0"/>
                <a:cs typeface="Times New Roman" pitchFamily="18" charset="0"/>
              </a:rPr>
              <a:t>الأهداف والأهداف المرحلية للبرنامج</a:t>
            </a:r>
            <a:endParaRPr lang="he-IL" sz="3600" dirty="0">
              <a:solidFill>
                <a:schemeClr val="bg1"/>
              </a:solidFill>
            </a:endParaRPr>
          </a:p>
        </p:txBody>
      </p:sp>
    </p:spTree>
    <p:extLst>
      <p:ext uri="{BB962C8B-B14F-4D97-AF65-F5344CB8AC3E}">
        <p14:creationId xmlns:p14="http://schemas.microsoft.com/office/powerpoint/2010/main" val="6542216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outVertical)">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outVertical)">
                                      <p:cBhvr>
                                        <p:cTn id="12" dur="1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outVertical)">
                                      <p:cBhvr>
                                        <p:cTn id="17" dur="1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outVertical)">
                                      <p:cBhvr>
                                        <p:cTn id="22"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4"/>
          <p:cNvSpPr>
            <a:spLocks noChangeArrowheads="1"/>
          </p:cNvSpPr>
          <p:nvPr/>
        </p:nvSpPr>
        <p:spPr bwMode="auto">
          <a:xfrm>
            <a:off x="3851920" y="0"/>
            <a:ext cx="382188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1" eaLnBrk="0" hangingPunct="0">
              <a:spcBef>
                <a:spcPct val="20000"/>
              </a:spcBef>
              <a:buFont typeface="Arial" pitchFamily="34" charset="0"/>
              <a:buNone/>
            </a:pPr>
            <a:r>
              <a:rPr lang="ar-SA" altLang="he-IL" sz="3600" b="1" dirty="0">
                <a:solidFill>
                  <a:schemeClr val="bg1"/>
                </a:solidFill>
              </a:rPr>
              <a:t>ماذا استفيد من ذلك </a:t>
            </a:r>
            <a:r>
              <a:rPr lang="he-IL" altLang="he-IL" sz="3600" b="1" dirty="0">
                <a:solidFill>
                  <a:schemeClr val="bg1"/>
                </a:solidFill>
              </a:rPr>
              <a:t>? –</a:t>
            </a:r>
          </a:p>
          <a:p>
            <a:pPr algn="ctr" rtl="1" eaLnBrk="0" hangingPunct="0">
              <a:spcBef>
                <a:spcPct val="20000"/>
              </a:spcBef>
              <a:buFont typeface="Arial" pitchFamily="34" charset="0"/>
              <a:buNone/>
            </a:pPr>
            <a:r>
              <a:rPr lang="ar-SA" altLang="he-IL" sz="3600" b="1" dirty="0">
                <a:solidFill>
                  <a:schemeClr val="bg1"/>
                </a:solidFill>
              </a:rPr>
              <a:t>مساهمة البرنامج للطالب</a:t>
            </a:r>
            <a:endParaRPr lang="en-US" altLang="he-IL" sz="3600" b="1" dirty="0">
              <a:solidFill>
                <a:schemeClr val="bg1"/>
              </a:solidFill>
            </a:endParaRPr>
          </a:p>
        </p:txBody>
      </p:sp>
      <p:pic>
        <p:nvPicPr>
          <p:cNvPr id="10245" name="תמונה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Diagram 7"/>
          <p:cNvGraphicFramePr/>
          <p:nvPr>
            <p:extLst>
              <p:ext uri="{D42A27DB-BD31-4B8C-83A1-F6EECF244321}">
                <p14:modId xmlns:p14="http://schemas.microsoft.com/office/powerpoint/2010/main" val="1945111617"/>
              </p:ext>
            </p:extLst>
          </p:nvPr>
        </p:nvGraphicFramePr>
        <p:xfrm>
          <a:off x="323528" y="1340768"/>
          <a:ext cx="8496944" cy="5400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הסבר אליפטי 8"/>
          <p:cNvSpPr/>
          <p:nvPr/>
        </p:nvSpPr>
        <p:spPr>
          <a:xfrm>
            <a:off x="11832" y="4053729"/>
            <a:ext cx="2823989" cy="2268252"/>
          </a:xfrm>
          <a:prstGeom prst="wedgeEllipseCallou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b="1" dirty="0" err="1"/>
              <a:t>املأوا</a:t>
            </a:r>
            <a:r>
              <a:rPr lang="ar-SA" b="1" dirty="0"/>
              <a:t> </a:t>
            </a:r>
            <a:r>
              <a:rPr lang="he-IL" b="1" dirty="0"/>
              <a:t>, </a:t>
            </a:r>
            <a:r>
              <a:rPr lang="ar-SA" b="1" dirty="0"/>
              <a:t>خطيًا أو شفهيًا الجدول ( القائمة) </a:t>
            </a:r>
          </a:p>
          <a:p>
            <a:pPr algn="ctr"/>
            <a:r>
              <a:rPr lang="ar-SA" b="1" dirty="0"/>
              <a:t>.</a:t>
            </a:r>
            <a:r>
              <a:rPr lang="he-IL" b="1" dirty="0"/>
              <a:t> </a:t>
            </a:r>
            <a:r>
              <a:rPr lang="ar-SA" b="1" dirty="0"/>
              <a:t>ما هي مساهمة البرنامج حسب رأيكم؟</a:t>
            </a:r>
            <a:endParaRPr lang="he-IL" b="1" dirty="0"/>
          </a:p>
        </p:txBody>
      </p:sp>
      <p:sp>
        <p:nvSpPr>
          <p:cNvPr id="10" name="TextBox 9"/>
          <p:cNvSpPr txBox="1"/>
          <p:nvPr/>
        </p:nvSpPr>
        <p:spPr>
          <a:xfrm>
            <a:off x="603349" y="311150"/>
            <a:ext cx="1631950" cy="707886"/>
          </a:xfrm>
          <a:prstGeom prst="rect">
            <a:avLst/>
          </a:prstGeom>
          <a:noFill/>
        </p:spPr>
        <p:txBody>
          <a:bodyPr wrap="square">
            <a:spAutoFit/>
          </a:bodyPr>
          <a:lstStyle/>
          <a:p>
            <a:pPr algn="ctr">
              <a:defRPr/>
            </a:pPr>
            <a:r>
              <a:rPr lang="ar-SA" sz="1000" b="1" dirty="0">
                <a:solidFill>
                  <a:schemeClr val="tx1">
                    <a:lumMod val="65000"/>
                    <a:lumOff val="35000"/>
                  </a:schemeClr>
                </a:solidFill>
                <a:latin typeface="Gisha" panose="020B0502040204020203" pitchFamily="34" charset="-79"/>
                <a:cs typeface="Gisha" panose="020B0502040204020203" pitchFamily="34" charset="-79"/>
              </a:rPr>
              <a:t>البرنامج الذاتي </a:t>
            </a:r>
          </a:p>
          <a:p>
            <a:pPr algn="ctr">
              <a:defRPr/>
            </a:pPr>
            <a:r>
              <a:rPr lang="ar-SA" sz="1000" b="1" dirty="0">
                <a:solidFill>
                  <a:schemeClr val="tx1">
                    <a:lumMod val="65000"/>
                    <a:lumOff val="35000"/>
                  </a:schemeClr>
                </a:solidFill>
                <a:latin typeface="Gisha" panose="020B0502040204020203" pitchFamily="34" charset="-79"/>
                <a:cs typeface="Gisha" panose="020B0502040204020203" pitchFamily="34" charset="-79"/>
              </a:rPr>
              <a:t>والتطور الاجتماعي </a:t>
            </a:r>
          </a:p>
          <a:p>
            <a:pPr algn="ctr">
              <a:defRPr/>
            </a:pPr>
            <a:endParaRPr lang="ar-SA" sz="1000" b="1" dirty="0">
              <a:solidFill>
                <a:schemeClr val="tx1">
                  <a:lumMod val="65000"/>
                  <a:lumOff val="35000"/>
                </a:schemeClr>
              </a:solidFill>
              <a:latin typeface="Gisha" panose="020B0502040204020203" pitchFamily="34" charset="-79"/>
              <a:cs typeface="Gisha" panose="020B0502040204020203" pitchFamily="34" charset="-79"/>
            </a:endParaRPr>
          </a:p>
          <a:p>
            <a:pPr algn="ctr">
              <a:defRPr/>
            </a:pPr>
            <a:r>
              <a:rPr lang="ar-SA" sz="1000" b="1" dirty="0">
                <a:solidFill>
                  <a:schemeClr val="tx1">
                    <a:lumMod val="65000"/>
                    <a:lumOff val="35000"/>
                  </a:schemeClr>
                </a:solidFill>
                <a:latin typeface="Gisha" panose="020B0502040204020203" pitchFamily="34" charset="-79"/>
                <a:cs typeface="Gisha" panose="020B0502040204020203" pitchFamily="34" charset="-79"/>
              </a:rPr>
              <a:t>وزارة التربية والتعليم </a:t>
            </a:r>
            <a:endParaRPr lang="en-US" sz="1000" b="1" dirty="0">
              <a:solidFill>
                <a:schemeClr val="tx1">
                  <a:lumMod val="65000"/>
                  <a:lumOff val="35000"/>
                </a:schemeClr>
              </a:solidFill>
              <a:latin typeface="Gisha" panose="020B0502040204020203" pitchFamily="34" charset="-79"/>
              <a:cs typeface="Gisha" panose="020B0502040204020203" pitchFamily="34" charset="-79"/>
            </a:endParaRPr>
          </a:p>
        </p:txBody>
      </p:sp>
    </p:spTree>
    <p:extLst>
      <p:ext uri="{BB962C8B-B14F-4D97-AF65-F5344CB8AC3E}">
        <p14:creationId xmlns:p14="http://schemas.microsoft.com/office/powerpoint/2010/main" val="150851913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4"/>
          <p:cNvSpPr>
            <a:spLocks noChangeArrowheads="1"/>
          </p:cNvSpPr>
          <p:nvPr/>
        </p:nvSpPr>
        <p:spPr bwMode="auto">
          <a:xfrm>
            <a:off x="3851920" y="0"/>
            <a:ext cx="382188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1" eaLnBrk="0" hangingPunct="0">
              <a:spcBef>
                <a:spcPct val="20000"/>
              </a:spcBef>
              <a:buFont typeface="Arial" pitchFamily="34" charset="0"/>
              <a:buNone/>
            </a:pPr>
            <a:r>
              <a:rPr lang="ar-SA" altLang="he-IL" sz="3600" b="1" dirty="0">
                <a:solidFill>
                  <a:schemeClr val="bg1"/>
                </a:solidFill>
              </a:rPr>
              <a:t>ماذا استفيد من ذلك </a:t>
            </a:r>
            <a:r>
              <a:rPr lang="he-IL" altLang="he-IL" sz="3600" b="1" dirty="0">
                <a:solidFill>
                  <a:schemeClr val="bg1"/>
                </a:solidFill>
              </a:rPr>
              <a:t>? –</a:t>
            </a:r>
          </a:p>
          <a:p>
            <a:pPr algn="ctr" rtl="1" eaLnBrk="0" hangingPunct="0">
              <a:spcBef>
                <a:spcPct val="20000"/>
              </a:spcBef>
              <a:buFont typeface="Arial" pitchFamily="34" charset="0"/>
              <a:buNone/>
            </a:pPr>
            <a:r>
              <a:rPr lang="ar-SA" altLang="he-IL" sz="3600" b="1" dirty="0">
                <a:solidFill>
                  <a:schemeClr val="bg1"/>
                </a:solidFill>
              </a:rPr>
              <a:t>مساهمة البرنامج للطالب</a:t>
            </a:r>
            <a:endParaRPr lang="en-US" altLang="he-IL" sz="3600" b="1" dirty="0">
              <a:solidFill>
                <a:schemeClr val="bg1"/>
              </a:solidFill>
            </a:endParaRPr>
          </a:p>
        </p:txBody>
      </p:sp>
      <p:pic>
        <p:nvPicPr>
          <p:cNvPr id="10245" name="תמונה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Diagram 7"/>
          <p:cNvGraphicFramePr/>
          <p:nvPr>
            <p:extLst>
              <p:ext uri="{D42A27DB-BD31-4B8C-83A1-F6EECF244321}">
                <p14:modId xmlns:p14="http://schemas.microsoft.com/office/powerpoint/2010/main" val="2153362649"/>
              </p:ext>
            </p:extLst>
          </p:nvPr>
        </p:nvGraphicFramePr>
        <p:xfrm>
          <a:off x="395536" y="1340768"/>
          <a:ext cx="8496944" cy="5400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p:cNvSpPr txBox="1"/>
          <p:nvPr/>
        </p:nvSpPr>
        <p:spPr>
          <a:xfrm>
            <a:off x="603349" y="311150"/>
            <a:ext cx="1631950" cy="707886"/>
          </a:xfrm>
          <a:prstGeom prst="rect">
            <a:avLst/>
          </a:prstGeom>
          <a:noFill/>
        </p:spPr>
        <p:txBody>
          <a:bodyPr wrap="square">
            <a:spAutoFit/>
          </a:bodyPr>
          <a:lstStyle/>
          <a:p>
            <a:pPr algn="ctr">
              <a:defRPr/>
            </a:pPr>
            <a:r>
              <a:rPr lang="ar-SA" sz="1000" b="1" dirty="0">
                <a:solidFill>
                  <a:schemeClr val="tx1">
                    <a:lumMod val="65000"/>
                    <a:lumOff val="35000"/>
                  </a:schemeClr>
                </a:solidFill>
                <a:latin typeface="Gisha" panose="020B0502040204020203" pitchFamily="34" charset="-79"/>
                <a:cs typeface="Gisha" panose="020B0502040204020203" pitchFamily="34" charset="-79"/>
              </a:rPr>
              <a:t>البرنامج الذاتي </a:t>
            </a:r>
          </a:p>
          <a:p>
            <a:pPr algn="ctr">
              <a:defRPr/>
            </a:pPr>
            <a:r>
              <a:rPr lang="ar-SA" sz="1000" b="1" dirty="0">
                <a:solidFill>
                  <a:schemeClr val="tx1">
                    <a:lumMod val="65000"/>
                    <a:lumOff val="35000"/>
                  </a:schemeClr>
                </a:solidFill>
                <a:latin typeface="Gisha" panose="020B0502040204020203" pitchFamily="34" charset="-79"/>
                <a:cs typeface="Gisha" panose="020B0502040204020203" pitchFamily="34" charset="-79"/>
              </a:rPr>
              <a:t>والتطور الاجتماعي </a:t>
            </a:r>
          </a:p>
          <a:p>
            <a:pPr algn="ctr">
              <a:defRPr/>
            </a:pPr>
            <a:endParaRPr lang="ar-SA" sz="1000" b="1" dirty="0">
              <a:solidFill>
                <a:schemeClr val="tx1">
                  <a:lumMod val="65000"/>
                  <a:lumOff val="35000"/>
                </a:schemeClr>
              </a:solidFill>
              <a:latin typeface="Gisha" panose="020B0502040204020203" pitchFamily="34" charset="-79"/>
              <a:cs typeface="Gisha" panose="020B0502040204020203" pitchFamily="34" charset="-79"/>
            </a:endParaRPr>
          </a:p>
          <a:p>
            <a:pPr algn="ctr">
              <a:defRPr/>
            </a:pPr>
            <a:r>
              <a:rPr lang="ar-SA" sz="1000" b="1" dirty="0">
                <a:solidFill>
                  <a:schemeClr val="tx1">
                    <a:lumMod val="65000"/>
                    <a:lumOff val="35000"/>
                  </a:schemeClr>
                </a:solidFill>
                <a:latin typeface="Gisha" panose="020B0502040204020203" pitchFamily="34" charset="-79"/>
                <a:cs typeface="Gisha" panose="020B0502040204020203" pitchFamily="34" charset="-79"/>
              </a:rPr>
              <a:t>وزارة التربية والتعليم </a:t>
            </a:r>
            <a:endParaRPr lang="en-US" sz="1000" b="1" dirty="0">
              <a:solidFill>
                <a:schemeClr val="tx1">
                  <a:lumMod val="65000"/>
                  <a:lumOff val="35000"/>
                </a:schemeClr>
              </a:solidFill>
              <a:latin typeface="Gisha" panose="020B0502040204020203" pitchFamily="34" charset="-79"/>
              <a:cs typeface="Gisha" panose="020B0502040204020203" pitchFamily="34" charset="-79"/>
            </a:endParaRPr>
          </a:p>
        </p:txBody>
      </p:sp>
    </p:spTree>
    <p:extLst>
      <p:ext uri="{BB962C8B-B14F-4D97-AF65-F5344CB8AC3E}">
        <p14:creationId xmlns:p14="http://schemas.microsoft.com/office/powerpoint/2010/main" val="422771584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2"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3207027" y="4581128"/>
            <a:ext cx="5495698" cy="498663"/>
          </a:xfrm>
          <a:prstGeom prst="rect">
            <a:avLst/>
          </a:prstGeom>
          <a:solidFill>
            <a:schemeClr val="tx2">
              <a:lumMod val="40000"/>
              <a:lumOff val="60000"/>
            </a:schemeClr>
          </a:solidFill>
        </p:spPr>
        <p:txBody>
          <a:bodyPr wrap="square" rtlCol="1">
            <a:spAutoFit/>
          </a:bodyPr>
          <a:lstStyle>
            <a:defPPr>
              <a:defRPr lang="he-IL"/>
            </a:defPPr>
            <a:lvl1pPr>
              <a:defRPr b="1"/>
            </a:lvl1pPr>
          </a:lstStyle>
          <a:p>
            <a:pPr lvl="0">
              <a:lnSpc>
                <a:spcPct val="150000"/>
              </a:lnSpc>
              <a:defRPr/>
            </a:pPr>
            <a:r>
              <a:rPr lang="ar-SA" sz="2000" dirty="0">
                <a:latin typeface="Times New Roman" pitchFamily="18" charset="0"/>
                <a:cs typeface="Times New Roman" pitchFamily="18" charset="0"/>
              </a:rPr>
              <a:t>استرجاع ذهني وتحضير سيرورة التجر</a:t>
            </a:r>
            <a:r>
              <a:rPr lang="ar-SA" dirty="0">
                <a:latin typeface="Times New Roman" pitchFamily="18" charset="0"/>
                <a:cs typeface="Times New Roman" pitchFamily="18" charset="0"/>
              </a:rPr>
              <a:t>بة</a:t>
            </a:r>
            <a:endParaRPr lang="he-IL" dirty="0"/>
          </a:p>
        </p:txBody>
      </p:sp>
      <p:sp>
        <p:nvSpPr>
          <p:cNvPr id="11" name="TextBox 10"/>
          <p:cNvSpPr txBox="1"/>
          <p:nvPr/>
        </p:nvSpPr>
        <p:spPr>
          <a:xfrm>
            <a:off x="3173503" y="3245243"/>
            <a:ext cx="5522657" cy="579967"/>
          </a:xfrm>
          <a:prstGeom prst="rect">
            <a:avLst/>
          </a:prstGeom>
          <a:solidFill>
            <a:schemeClr val="tx2">
              <a:lumMod val="40000"/>
              <a:lumOff val="60000"/>
            </a:schemeClr>
          </a:solidFill>
        </p:spPr>
        <p:txBody>
          <a:bodyPr wrap="square" rtlCol="1">
            <a:spAutoFit/>
          </a:bodyPr>
          <a:lstStyle>
            <a:defPPr>
              <a:defRPr lang="he-IL"/>
            </a:defPPr>
            <a:lvl1pPr>
              <a:defRPr b="1"/>
            </a:lvl1pPr>
          </a:lstStyle>
          <a:p>
            <a:pPr>
              <a:lnSpc>
                <a:spcPct val="150000"/>
              </a:lnSpc>
              <a:defRPr/>
            </a:pPr>
            <a:r>
              <a:rPr lang="ar-SA" sz="2400" dirty="0">
                <a:latin typeface="Times New Roman" pitchFamily="18" charset="0"/>
                <a:cs typeface="Times New Roman" pitchFamily="18" charset="0"/>
              </a:rPr>
              <a:t>تعلم فعّال </a:t>
            </a:r>
            <a:r>
              <a:rPr lang="ar-SA" sz="2000" dirty="0">
                <a:latin typeface="Times New Roman" pitchFamily="18" charset="0"/>
                <a:cs typeface="Times New Roman" pitchFamily="18" charset="0"/>
              </a:rPr>
              <a:t>من خلال</a:t>
            </a:r>
            <a:r>
              <a:rPr lang="he-IL" sz="2000" dirty="0">
                <a:latin typeface="Times New Roman" pitchFamily="18" charset="0"/>
                <a:cs typeface="Times New Roman" pitchFamily="18" charset="0"/>
              </a:rPr>
              <a:t> </a:t>
            </a:r>
            <a:r>
              <a:rPr lang="ar-SA" sz="2000" dirty="0">
                <a:latin typeface="Times New Roman" pitchFamily="18" charset="0"/>
                <a:cs typeface="Times New Roman" pitchFamily="18" charset="0"/>
              </a:rPr>
              <a:t>التجربة المتواصلة</a:t>
            </a:r>
            <a:endParaRPr lang="he-IL" sz="2000" dirty="0">
              <a:latin typeface="Times New Roman" pitchFamily="18" charset="0"/>
              <a:cs typeface="Times New Roman" pitchFamily="18" charset="0"/>
            </a:endParaRPr>
          </a:p>
        </p:txBody>
      </p:sp>
      <p:sp>
        <p:nvSpPr>
          <p:cNvPr id="2" name="כותרת 1"/>
          <p:cNvSpPr>
            <a:spLocks noGrp="1"/>
          </p:cNvSpPr>
          <p:nvPr>
            <p:ph type="title"/>
          </p:nvPr>
        </p:nvSpPr>
        <p:spPr>
          <a:xfrm>
            <a:off x="1403648" y="-35644"/>
            <a:ext cx="8229600" cy="1363662"/>
          </a:xfrm>
          <a:effectLst>
            <a:outerShdw blurRad="50800" dist="38100" dir="5400000" algn="t" rotWithShape="0">
              <a:prstClr val="black">
                <a:alpha val="40000"/>
              </a:prstClr>
            </a:outerShdw>
          </a:effectLst>
        </p:spPr>
        <p:txBody>
          <a:bodyPr rtlCol="1">
            <a:normAutofit/>
          </a:bodyPr>
          <a:lstStyle/>
          <a:p>
            <a:pPr eaLnBrk="1" fontAlgn="auto" hangingPunct="1">
              <a:spcAft>
                <a:spcPts val="0"/>
              </a:spcAft>
              <a:defRPr/>
            </a:pPr>
            <a:r>
              <a:rPr lang="ar-SA" sz="3600" b="1" dirty="0">
                <a:solidFill>
                  <a:schemeClr val="bg1"/>
                </a:solidFill>
                <a:effectLst>
                  <a:outerShdw blurRad="38100" dist="38100" dir="2700000" algn="tl">
                    <a:srgbClr val="000000">
                      <a:alpha val="43137"/>
                    </a:srgbClr>
                  </a:outerShdw>
                </a:effectLst>
                <a:latin typeface="David" panose="020E0502060401010101" pitchFamily="34" charset="-79"/>
                <a:cs typeface="+mn-cs"/>
              </a:rPr>
              <a:t>مبادئ البرنامج</a:t>
            </a:r>
            <a:endParaRPr lang="he-IL" sz="3600" b="1" dirty="0">
              <a:solidFill>
                <a:schemeClr val="bg1"/>
              </a:solidFill>
              <a:effectLst>
                <a:outerShdw blurRad="38100" dist="38100" dir="2700000" algn="tl">
                  <a:srgbClr val="000000">
                    <a:alpha val="43137"/>
                  </a:srgbClr>
                </a:outerShdw>
              </a:effectLst>
              <a:latin typeface="David" panose="020E0502060401010101" pitchFamily="34" charset="-79"/>
              <a:cs typeface="+mn-cs"/>
            </a:endParaRPr>
          </a:p>
        </p:txBody>
      </p:sp>
      <p:sp>
        <p:nvSpPr>
          <p:cNvPr id="12" name="TextBox 11"/>
          <p:cNvSpPr txBox="1"/>
          <p:nvPr/>
        </p:nvSpPr>
        <p:spPr>
          <a:xfrm>
            <a:off x="3228505" y="5188550"/>
            <a:ext cx="5495698" cy="707886"/>
          </a:xfrm>
          <a:prstGeom prst="rect">
            <a:avLst/>
          </a:prstGeom>
          <a:solidFill>
            <a:schemeClr val="tx2">
              <a:lumMod val="40000"/>
              <a:lumOff val="60000"/>
            </a:schemeClr>
          </a:solidFill>
        </p:spPr>
        <p:txBody>
          <a:bodyPr wrap="square" rtlCol="1">
            <a:spAutoFit/>
          </a:bodyPr>
          <a:lstStyle>
            <a:defPPr>
              <a:defRPr lang="he-IL"/>
            </a:defPPr>
            <a:lvl1pPr>
              <a:defRPr b="1"/>
            </a:lvl1pPr>
          </a:lstStyle>
          <a:p>
            <a:r>
              <a:rPr lang="ar-SA" sz="2000" dirty="0"/>
              <a:t>اكساب مهارات شخصية ،</a:t>
            </a:r>
            <a:r>
              <a:rPr lang="ar-SA" sz="2000" b="0" dirty="0"/>
              <a:t>مهارات بيْن شخصية (</a:t>
            </a:r>
            <a:r>
              <a:rPr lang="ar-SA" sz="2000" b="0" dirty="0" err="1"/>
              <a:t>بيْنشخصية</a:t>
            </a:r>
            <a:r>
              <a:rPr lang="ar-SA" sz="2000" b="0" dirty="0"/>
              <a:t> ) واجتماعية</a:t>
            </a:r>
            <a:endParaRPr lang="he-IL" sz="2000" b="0" dirty="0"/>
          </a:p>
        </p:txBody>
      </p:sp>
      <p:sp>
        <p:nvSpPr>
          <p:cNvPr id="15" name="TextBox 14"/>
          <p:cNvSpPr txBox="1"/>
          <p:nvPr/>
        </p:nvSpPr>
        <p:spPr>
          <a:xfrm>
            <a:off x="3140327" y="3951545"/>
            <a:ext cx="5538509" cy="400110"/>
          </a:xfrm>
          <a:prstGeom prst="rect">
            <a:avLst/>
          </a:prstGeom>
          <a:solidFill>
            <a:schemeClr val="accent1">
              <a:lumMod val="60000"/>
              <a:lumOff val="40000"/>
            </a:schemeClr>
          </a:solidFill>
        </p:spPr>
        <p:txBody>
          <a:bodyPr wrap="square" rtlCol="1">
            <a:spAutoFit/>
          </a:bodyPr>
          <a:lstStyle/>
          <a:p>
            <a:pPr>
              <a:defRPr/>
            </a:pPr>
            <a:r>
              <a:rPr lang="ar-SA" sz="2000" b="1" dirty="0"/>
              <a:t>التكامل </a:t>
            </a:r>
            <a:r>
              <a:rPr lang="he-IL" sz="2000" b="1" dirty="0"/>
              <a:t> – </a:t>
            </a:r>
            <a:r>
              <a:rPr lang="ar-SA" sz="2000" dirty="0"/>
              <a:t>الربط بين مجالات المعرفة ( المواضيع التعليمية)</a:t>
            </a:r>
            <a:endParaRPr lang="he-IL" sz="2000" dirty="0"/>
          </a:p>
        </p:txBody>
      </p:sp>
      <p:sp>
        <p:nvSpPr>
          <p:cNvPr id="14" name="TextBox 13"/>
          <p:cNvSpPr txBox="1"/>
          <p:nvPr/>
        </p:nvSpPr>
        <p:spPr>
          <a:xfrm>
            <a:off x="3196801" y="1916832"/>
            <a:ext cx="5509196" cy="498342"/>
          </a:xfrm>
          <a:prstGeom prst="rect">
            <a:avLst/>
          </a:prstGeom>
          <a:solidFill>
            <a:schemeClr val="tx2">
              <a:lumMod val="40000"/>
              <a:lumOff val="60000"/>
            </a:schemeClr>
          </a:solidFill>
        </p:spPr>
        <p:txBody>
          <a:bodyPr wrap="square" rtlCol="1">
            <a:spAutoFit/>
          </a:bodyPr>
          <a:lstStyle>
            <a:defPPr>
              <a:defRPr lang="he-IL"/>
            </a:defPPr>
            <a:lvl1pPr>
              <a:defRPr b="1"/>
            </a:lvl1pPr>
          </a:lstStyle>
          <a:p>
            <a:pPr lvl="0">
              <a:lnSpc>
                <a:spcPct val="150000"/>
              </a:lnSpc>
              <a:defRPr/>
            </a:pPr>
            <a:r>
              <a:rPr lang="ar-SA" sz="2000" dirty="0">
                <a:latin typeface="Times New Roman" pitchFamily="18" charset="0"/>
                <a:cs typeface="Times New Roman" pitchFamily="18" charset="0"/>
              </a:rPr>
              <a:t>اختيار شخصي /مبادرة  </a:t>
            </a:r>
            <a:r>
              <a:rPr lang="ar-SA" sz="2000" b="0" dirty="0">
                <a:latin typeface="Times New Roman" pitchFamily="18" charset="0"/>
                <a:cs typeface="Times New Roman" pitchFamily="18" charset="0"/>
              </a:rPr>
              <a:t>حسب مجالات الاهتمام والمواهب</a:t>
            </a:r>
            <a:r>
              <a:rPr lang="ar-JO" sz="2000" b="0" dirty="0">
                <a:latin typeface="Times New Roman" pitchFamily="18" charset="0"/>
                <a:cs typeface="Times New Roman" pitchFamily="18" charset="0"/>
              </a:rPr>
              <a:t>ب</a:t>
            </a:r>
            <a:endParaRPr lang="he-IL" sz="2000" b="0" dirty="0"/>
          </a:p>
        </p:txBody>
      </p:sp>
      <p:sp>
        <p:nvSpPr>
          <p:cNvPr id="27" name="TextBox 26"/>
          <p:cNvSpPr txBox="1"/>
          <p:nvPr/>
        </p:nvSpPr>
        <p:spPr>
          <a:xfrm>
            <a:off x="3059832" y="2564904"/>
            <a:ext cx="5543073" cy="498342"/>
          </a:xfrm>
          <a:prstGeom prst="rect">
            <a:avLst/>
          </a:prstGeom>
          <a:solidFill>
            <a:schemeClr val="tx2">
              <a:lumMod val="40000"/>
              <a:lumOff val="60000"/>
            </a:schemeClr>
          </a:solidFill>
        </p:spPr>
        <p:txBody>
          <a:bodyPr wrap="square" rtlCol="1">
            <a:spAutoFit/>
          </a:bodyPr>
          <a:lstStyle>
            <a:defPPr>
              <a:defRPr lang="he-IL"/>
            </a:defPPr>
            <a:lvl1pPr>
              <a:defRPr b="1"/>
            </a:lvl1pPr>
          </a:lstStyle>
          <a:p>
            <a:pPr>
              <a:lnSpc>
                <a:spcPct val="150000"/>
              </a:lnSpc>
              <a:defRPr/>
            </a:pPr>
            <a:r>
              <a:rPr lang="ar-SA" sz="2000" dirty="0">
                <a:latin typeface="Times New Roman" pitchFamily="18" charset="0"/>
                <a:cs typeface="Times New Roman" pitchFamily="18" charset="0"/>
              </a:rPr>
              <a:t>تلبية حاجات في المجتمع</a:t>
            </a:r>
            <a:endParaRPr lang="he-IL" sz="2000" dirty="0"/>
          </a:p>
        </p:txBody>
      </p:sp>
      <p:sp>
        <p:nvSpPr>
          <p:cNvPr id="22" name="הסבר אליפטי 21"/>
          <p:cNvSpPr/>
          <p:nvPr/>
        </p:nvSpPr>
        <p:spPr>
          <a:xfrm>
            <a:off x="179512" y="3229402"/>
            <a:ext cx="2664296" cy="2143814"/>
          </a:xfrm>
          <a:prstGeom prst="wedgeEllipseCallout">
            <a:avLst>
              <a:gd name="adj1" fmla="val -50803"/>
              <a:gd name="adj2" fmla="val 54859"/>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a:t>أي من هذه المبادئ تنفذ في المدرسة وأيها في المجتمع ؟</a:t>
            </a:r>
            <a:endParaRPr lang="he-IL"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2"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כותרת 1"/>
          <p:cNvSpPr>
            <a:spLocks noGrp="1"/>
          </p:cNvSpPr>
          <p:nvPr>
            <p:ph type="title"/>
          </p:nvPr>
        </p:nvSpPr>
        <p:spPr>
          <a:xfrm>
            <a:off x="2725789" y="220544"/>
            <a:ext cx="6013549" cy="990600"/>
          </a:xfrm>
        </p:spPr>
        <p:txBody>
          <a:bodyPr rtlCol="1">
            <a:normAutofit fontScale="90000"/>
          </a:bodyPr>
          <a:lstStyle/>
          <a:p>
            <a:r>
              <a:rPr lang="ar-SA" sz="4000" b="1" dirty="0">
                <a:solidFill>
                  <a:schemeClr val="bg1"/>
                </a:solidFill>
                <a:latin typeface="Times New Roman" pitchFamily="18" charset="0"/>
              </a:rPr>
              <a:t>السيرورة  التربوية للتعلّم من </a:t>
            </a:r>
            <a:br>
              <a:rPr lang="ar-SA" sz="4000" b="1" dirty="0">
                <a:solidFill>
                  <a:schemeClr val="bg1"/>
                </a:solidFill>
                <a:latin typeface="Times New Roman" pitchFamily="18" charset="0"/>
              </a:rPr>
            </a:br>
            <a:r>
              <a:rPr lang="ar-SA" sz="4000" b="1" dirty="0">
                <a:solidFill>
                  <a:schemeClr val="bg1"/>
                </a:solidFill>
                <a:latin typeface="Times New Roman" pitchFamily="18" charset="0"/>
              </a:rPr>
              <a:t>خلال الخدمة</a:t>
            </a:r>
            <a:endParaRPr lang="he-IL" sz="4000" dirty="0">
              <a:solidFill>
                <a:schemeClr val="bg1"/>
              </a:solidFill>
            </a:endParaRPr>
          </a:p>
        </p:txBody>
      </p:sp>
      <p:grpSp>
        <p:nvGrpSpPr>
          <p:cNvPr id="6147" name="קבוצה 32"/>
          <p:cNvGrpSpPr>
            <a:grpSpLocks/>
          </p:cNvGrpSpPr>
          <p:nvPr/>
        </p:nvGrpSpPr>
        <p:grpSpPr bwMode="auto">
          <a:xfrm>
            <a:off x="1454261" y="1417778"/>
            <a:ext cx="5963517" cy="4965700"/>
            <a:chOff x="1384242" y="1165269"/>
            <a:chExt cx="5964428" cy="4966353"/>
          </a:xfrm>
        </p:grpSpPr>
        <p:sp>
          <p:nvSpPr>
            <p:cNvPr id="21" name="חץ מעגלי 20"/>
            <p:cNvSpPr/>
            <p:nvPr/>
          </p:nvSpPr>
          <p:spPr>
            <a:xfrm>
              <a:off x="2041220" y="1450547"/>
              <a:ext cx="4681075" cy="4681075"/>
            </a:xfrm>
            <a:prstGeom prst="circularArrow">
              <a:avLst>
                <a:gd name="adj1" fmla="val 5544"/>
                <a:gd name="adj2" fmla="val 330680"/>
                <a:gd name="adj3" fmla="val 13769505"/>
                <a:gd name="adj4" fmla="val 17389872"/>
                <a:gd name="adj5" fmla="val 5757"/>
              </a:avLst>
            </a:prstGeom>
            <a:solidFill>
              <a:schemeClr val="tx2">
                <a:lumMod val="75000"/>
              </a:schemeClr>
            </a:solidFill>
            <a:scene3d>
              <a:camera prst="orthographicFront"/>
              <a:lightRig rig="threePt" dir="t"/>
            </a:scene3d>
            <a:sp3d>
              <a:bevelT w="114300" prst="artDeco"/>
            </a:sp3d>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sp>
        <p:sp>
          <p:nvSpPr>
            <p:cNvPr id="22" name="צורה חופשית 21"/>
            <p:cNvSpPr/>
            <p:nvPr/>
          </p:nvSpPr>
          <p:spPr>
            <a:xfrm>
              <a:off x="3282736" y="1165269"/>
              <a:ext cx="2198042" cy="1099021"/>
            </a:xfrm>
            <a:custGeom>
              <a:avLst/>
              <a:gdLst>
                <a:gd name="connsiteX0" fmla="*/ 0 w 2198042"/>
                <a:gd name="connsiteY0" fmla="*/ 183174 h 1099021"/>
                <a:gd name="connsiteX1" fmla="*/ 183174 w 2198042"/>
                <a:gd name="connsiteY1" fmla="*/ 0 h 1099021"/>
                <a:gd name="connsiteX2" fmla="*/ 2014868 w 2198042"/>
                <a:gd name="connsiteY2" fmla="*/ 0 h 1099021"/>
                <a:gd name="connsiteX3" fmla="*/ 2198042 w 2198042"/>
                <a:gd name="connsiteY3" fmla="*/ 183174 h 1099021"/>
                <a:gd name="connsiteX4" fmla="*/ 2198042 w 2198042"/>
                <a:gd name="connsiteY4" fmla="*/ 915847 h 1099021"/>
                <a:gd name="connsiteX5" fmla="*/ 2014868 w 2198042"/>
                <a:gd name="connsiteY5" fmla="*/ 1099021 h 1099021"/>
                <a:gd name="connsiteX6" fmla="*/ 183174 w 2198042"/>
                <a:gd name="connsiteY6" fmla="*/ 1099021 h 1099021"/>
                <a:gd name="connsiteX7" fmla="*/ 0 w 2198042"/>
                <a:gd name="connsiteY7" fmla="*/ 915847 h 1099021"/>
                <a:gd name="connsiteX8" fmla="*/ 0 w 2198042"/>
                <a:gd name="connsiteY8" fmla="*/ 183174 h 109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8042" h="1099021">
                  <a:moveTo>
                    <a:pt x="0" y="183174"/>
                  </a:moveTo>
                  <a:cubicBezTo>
                    <a:pt x="0" y="82010"/>
                    <a:pt x="82010" y="0"/>
                    <a:pt x="183174" y="0"/>
                  </a:cubicBezTo>
                  <a:lnTo>
                    <a:pt x="2014868" y="0"/>
                  </a:lnTo>
                  <a:cubicBezTo>
                    <a:pt x="2116032" y="0"/>
                    <a:pt x="2198042" y="82010"/>
                    <a:pt x="2198042" y="183174"/>
                  </a:cubicBezTo>
                  <a:lnTo>
                    <a:pt x="2198042" y="915847"/>
                  </a:lnTo>
                  <a:cubicBezTo>
                    <a:pt x="2198042" y="1017011"/>
                    <a:pt x="2116032" y="1099021"/>
                    <a:pt x="2014868" y="1099021"/>
                  </a:cubicBezTo>
                  <a:lnTo>
                    <a:pt x="183174" y="1099021"/>
                  </a:lnTo>
                  <a:cubicBezTo>
                    <a:pt x="82010" y="1099021"/>
                    <a:pt x="0" y="1017011"/>
                    <a:pt x="0" y="915847"/>
                  </a:cubicBezTo>
                  <a:lnTo>
                    <a:pt x="0" y="183174"/>
                  </a:lnTo>
                  <a:close/>
                </a:path>
              </a:pathLst>
            </a:custGeom>
            <a:solidFill>
              <a:schemeClr val="accent1">
                <a:lumMod val="60000"/>
                <a:lumOff val="40000"/>
              </a:schemeClr>
            </a:solidFill>
            <a:scene3d>
              <a:camera prst="orthographicFront"/>
              <a:lightRig rig="threePt" dir="t"/>
            </a:scene3d>
            <a:sp3d>
              <a:bevelT w="114300" prst="artDeco"/>
            </a:sp3d>
          </p:spPr>
          <p:style>
            <a:lnRef idx="3">
              <a:schemeClr val="lt2">
                <a:hueOff val="0"/>
                <a:satOff val="0"/>
                <a:lumOff val="0"/>
                <a:alphaOff val="0"/>
              </a:schemeClr>
            </a:lnRef>
            <a:fillRef idx="1">
              <a:scrgbClr r="0" g="0" b="0"/>
            </a:fillRef>
            <a:effectRef idx="1">
              <a:schemeClr val="dk2">
                <a:hueOff val="0"/>
                <a:satOff val="0"/>
                <a:lumOff val="0"/>
                <a:alphaOff val="0"/>
              </a:schemeClr>
            </a:effectRef>
            <a:fontRef idx="minor">
              <a:schemeClr val="lt1"/>
            </a:fontRef>
          </p:style>
          <p:txBody>
            <a:bodyPr lIns="122230" tIns="122230" rIns="122230" bIns="122230" spcCol="1270" anchor="ctr"/>
            <a:lstStyle/>
            <a:p>
              <a:pPr lvl="0" algn="ctr" defTabSz="800100">
                <a:lnSpc>
                  <a:spcPct val="90000"/>
                </a:lnSpc>
                <a:spcAft>
                  <a:spcPct val="35000"/>
                </a:spcAft>
                <a:defRPr/>
              </a:pPr>
              <a:r>
                <a:rPr lang="ar-SA" b="1" dirty="0">
                  <a:solidFill>
                    <a:sysClr val="windowText" lastClr="000000"/>
                  </a:solidFill>
                  <a:latin typeface="Times New Roman" pitchFamily="18" charset="0"/>
                  <a:cs typeface="Times New Roman" pitchFamily="18" charset="0"/>
                </a:rPr>
                <a:t>تشخيص مجالات الاهتمام ونقاط القوة، تقصي الحاجات وتشخيص المشكلة/المجال</a:t>
              </a:r>
            </a:p>
          </p:txBody>
        </p:sp>
        <p:sp>
          <p:nvSpPr>
            <p:cNvPr id="23" name="צורה חופשית 22"/>
            <p:cNvSpPr/>
            <p:nvPr/>
          </p:nvSpPr>
          <p:spPr>
            <a:xfrm>
              <a:off x="5150628" y="2816668"/>
              <a:ext cx="2198042" cy="1099021"/>
            </a:xfrm>
            <a:custGeom>
              <a:avLst/>
              <a:gdLst>
                <a:gd name="connsiteX0" fmla="*/ 0 w 2198042"/>
                <a:gd name="connsiteY0" fmla="*/ 183174 h 1099021"/>
                <a:gd name="connsiteX1" fmla="*/ 183174 w 2198042"/>
                <a:gd name="connsiteY1" fmla="*/ 0 h 1099021"/>
                <a:gd name="connsiteX2" fmla="*/ 2014868 w 2198042"/>
                <a:gd name="connsiteY2" fmla="*/ 0 h 1099021"/>
                <a:gd name="connsiteX3" fmla="*/ 2198042 w 2198042"/>
                <a:gd name="connsiteY3" fmla="*/ 183174 h 1099021"/>
                <a:gd name="connsiteX4" fmla="*/ 2198042 w 2198042"/>
                <a:gd name="connsiteY4" fmla="*/ 915847 h 1099021"/>
                <a:gd name="connsiteX5" fmla="*/ 2014868 w 2198042"/>
                <a:gd name="connsiteY5" fmla="*/ 1099021 h 1099021"/>
                <a:gd name="connsiteX6" fmla="*/ 183174 w 2198042"/>
                <a:gd name="connsiteY6" fmla="*/ 1099021 h 1099021"/>
                <a:gd name="connsiteX7" fmla="*/ 0 w 2198042"/>
                <a:gd name="connsiteY7" fmla="*/ 915847 h 1099021"/>
                <a:gd name="connsiteX8" fmla="*/ 0 w 2198042"/>
                <a:gd name="connsiteY8" fmla="*/ 183174 h 109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8042" h="1099021">
                  <a:moveTo>
                    <a:pt x="0" y="183174"/>
                  </a:moveTo>
                  <a:cubicBezTo>
                    <a:pt x="0" y="82010"/>
                    <a:pt x="82010" y="0"/>
                    <a:pt x="183174" y="0"/>
                  </a:cubicBezTo>
                  <a:lnTo>
                    <a:pt x="2014868" y="0"/>
                  </a:lnTo>
                  <a:cubicBezTo>
                    <a:pt x="2116032" y="0"/>
                    <a:pt x="2198042" y="82010"/>
                    <a:pt x="2198042" y="183174"/>
                  </a:cubicBezTo>
                  <a:lnTo>
                    <a:pt x="2198042" y="915847"/>
                  </a:lnTo>
                  <a:cubicBezTo>
                    <a:pt x="2198042" y="1017011"/>
                    <a:pt x="2116032" y="1099021"/>
                    <a:pt x="2014868" y="1099021"/>
                  </a:cubicBezTo>
                  <a:lnTo>
                    <a:pt x="183174" y="1099021"/>
                  </a:lnTo>
                  <a:cubicBezTo>
                    <a:pt x="82010" y="1099021"/>
                    <a:pt x="0" y="1017011"/>
                    <a:pt x="0" y="915847"/>
                  </a:cubicBezTo>
                  <a:lnTo>
                    <a:pt x="0" y="183174"/>
                  </a:lnTo>
                  <a:close/>
                </a:path>
              </a:pathLst>
            </a:custGeom>
            <a:solidFill>
              <a:schemeClr val="accent4">
                <a:lumMod val="60000"/>
                <a:lumOff val="40000"/>
              </a:schemeClr>
            </a:solidFill>
            <a:scene3d>
              <a:camera prst="orthographicFront"/>
              <a:lightRig rig="threePt" dir="t"/>
            </a:scene3d>
            <a:sp3d>
              <a:bevelT w="114300" prst="artDeco"/>
            </a:sp3d>
          </p:spPr>
          <p:style>
            <a:lnRef idx="3">
              <a:schemeClr val="lt2">
                <a:hueOff val="0"/>
                <a:satOff val="0"/>
                <a:lumOff val="0"/>
                <a:alphaOff val="0"/>
              </a:schemeClr>
            </a:lnRef>
            <a:fillRef idx="1">
              <a:scrgbClr r="0" g="0" b="0"/>
            </a:fillRef>
            <a:effectRef idx="1">
              <a:schemeClr val="dk2">
                <a:hueOff val="0"/>
                <a:satOff val="0"/>
                <a:lumOff val="0"/>
                <a:alphaOff val="0"/>
              </a:schemeClr>
            </a:effectRef>
            <a:fontRef idx="minor">
              <a:schemeClr val="lt1"/>
            </a:fontRef>
          </p:style>
          <p:txBody>
            <a:bodyPr lIns="122230" tIns="122230" rIns="122230" bIns="122230" spcCol="1270" anchor="ctr"/>
            <a:lstStyle/>
            <a:p>
              <a:pPr algn="ctr" defTabSz="800100" rtl="1">
                <a:lnSpc>
                  <a:spcPct val="90000"/>
                </a:lnSpc>
                <a:spcAft>
                  <a:spcPct val="35000"/>
                </a:spcAft>
                <a:defRPr/>
              </a:pPr>
              <a:r>
                <a:rPr lang="ar-SA" b="1" dirty="0">
                  <a:solidFill>
                    <a:schemeClr val="tx2">
                      <a:lumMod val="50000"/>
                    </a:schemeClr>
                  </a:solidFill>
                </a:rPr>
                <a:t>بحث </a:t>
              </a:r>
              <a:r>
                <a:rPr lang="he-IL" b="1" dirty="0">
                  <a:solidFill>
                    <a:schemeClr val="tx2">
                      <a:lumMod val="50000"/>
                    </a:schemeClr>
                  </a:solidFill>
                </a:rPr>
                <a:t>, </a:t>
              </a:r>
              <a:r>
                <a:rPr lang="ar-SA" b="1" dirty="0">
                  <a:solidFill>
                    <a:schemeClr val="tx2">
                      <a:lumMod val="50000"/>
                    </a:schemeClr>
                  </a:solidFill>
                </a:rPr>
                <a:t>تشخيص رد الفعل العملي</a:t>
              </a:r>
              <a:r>
                <a:rPr lang="he-IL" b="1" dirty="0">
                  <a:solidFill>
                    <a:schemeClr val="tx2">
                      <a:lumMod val="50000"/>
                    </a:schemeClr>
                  </a:solidFill>
                </a:rPr>
                <a:t>, </a:t>
              </a:r>
              <a:r>
                <a:rPr lang="ar-SA" b="1" dirty="0">
                  <a:solidFill>
                    <a:schemeClr val="tx2">
                      <a:lumMod val="50000"/>
                    </a:schemeClr>
                  </a:solidFill>
                </a:rPr>
                <a:t>تخطيط وتأهيل للوظيفة </a:t>
              </a:r>
              <a:endParaRPr lang="he-IL" b="1" dirty="0">
                <a:solidFill>
                  <a:schemeClr val="tx2">
                    <a:lumMod val="50000"/>
                  </a:schemeClr>
                </a:solidFill>
              </a:endParaRPr>
            </a:p>
          </p:txBody>
        </p:sp>
        <p:sp>
          <p:nvSpPr>
            <p:cNvPr id="24" name="צורה חופשית 23"/>
            <p:cNvSpPr/>
            <p:nvPr/>
          </p:nvSpPr>
          <p:spPr>
            <a:xfrm>
              <a:off x="4615068" y="4553678"/>
              <a:ext cx="2198042" cy="997724"/>
            </a:xfrm>
            <a:custGeom>
              <a:avLst/>
              <a:gdLst>
                <a:gd name="connsiteX0" fmla="*/ 0 w 2198042"/>
                <a:gd name="connsiteY0" fmla="*/ 183174 h 1099021"/>
                <a:gd name="connsiteX1" fmla="*/ 183174 w 2198042"/>
                <a:gd name="connsiteY1" fmla="*/ 0 h 1099021"/>
                <a:gd name="connsiteX2" fmla="*/ 2014868 w 2198042"/>
                <a:gd name="connsiteY2" fmla="*/ 0 h 1099021"/>
                <a:gd name="connsiteX3" fmla="*/ 2198042 w 2198042"/>
                <a:gd name="connsiteY3" fmla="*/ 183174 h 1099021"/>
                <a:gd name="connsiteX4" fmla="*/ 2198042 w 2198042"/>
                <a:gd name="connsiteY4" fmla="*/ 915847 h 1099021"/>
                <a:gd name="connsiteX5" fmla="*/ 2014868 w 2198042"/>
                <a:gd name="connsiteY5" fmla="*/ 1099021 h 1099021"/>
                <a:gd name="connsiteX6" fmla="*/ 183174 w 2198042"/>
                <a:gd name="connsiteY6" fmla="*/ 1099021 h 1099021"/>
                <a:gd name="connsiteX7" fmla="*/ 0 w 2198042"/>
                <a:gd name="connsiteY7" fmla="*/ 915847 h 1099021"/>
                <a:gd name="connsiteX8" fmla="*/ 0 w 2198042"/>
                <a:gd name="connsiteY8" fmla="*/ 183174 h 109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8042" h="1099021">
                  <a:moveTo>
                    <a:pt x="0" y="183174"/>
                  </a:moveTo>
                  <a:cubicBezTo>
                    <a:pt x="0" y="82010"/>
                    <a:pt x="82010" y="0"/>
                    <a:pt x="183174" y="0"/>
                  </a:cubicBezTo>
                  <a:lnTo>
                    <a:pt x="2014868" y="0"/>
                  </a:lnTo>
                  <a:cubicBezTo>
                    <a:pt x="2116032" y="0"/>
                    <a:pt x="2198042" y="82010"/>
                    <a:pt x="2198042" y="183174"/>
                  </a:cubicBezTo>
                  <a:lnTo>
                    <a:pt x="2198042" y="915847"/>
                  </a:lnTo>
                  <a:cubicBezTo>
                    <a:pt x="2198042" y="1017011"/>
                    <a:pt x="2116032" y="1099021"/>
                    <a:pt x="2014868" y="1099021"/>
                  </a:cubicBezTo>
                  <a:lnTo>
                    <a:pt x="183174" y="1099021"/>
                  </a:lnTo>
                  <a:cubicBezTo>
                    <a:pt x="82010" y="1099021"/>
                    <a:pt x="0" y="1017011"/>
                    <a:pt x="0" y="915847"/>
                  </a:cubicBezTo>
                  <a:lnTo>
                    <a:pt x="0" y="183174"/>
                  </a:lnTo>
                  <a:close/>
                </a:path>
              </a:pathLst>
            </a:custGeom>
            <a:solidFill>
              <a:schemeClr val="accent2">
                <a:lumMod val="60000"/>
                <a:lumOff val="40000"/>
              </a:schemeClr>
            </a:solidFill>
            <a:scene3d>
              <a:camera prst="orthographicFront"/>
              <a:lightRig rig="threePt" dir="t"/>
            </a:scene3d>
            <a:sp3d>
              <a:bevelT w="114300" prst="artDeco"/>
            </a:sp3d>
          </p:spPr>
          <p:style>
            <a:lnRef idx="3">
              <a:schemeClr val="lt2">
                <a:hueOff val="0"/>
                <a:satOff val="0"/>
                <a:lumOff val="0"/>
                <a:alphaOff val="0"/>
              </a:schemeClr>
            </a:lnRef>
            <a:fillRef idx="1">
              <a:scrgbClr r="0" g="0" b="0"/>
            </a:fillRef>
            <a:effectRef idx="1">
              <a:schemeClr val="dk2">
                <a:hueOff val="0"/>
                <a:satOff val="0"/>
                <a:lumOff val="0"/>
                <a:alphaOff val="0"/>
              </a:schemeClr>
            </a:effectRef>
            <a:fontRef idx="minor">
              <a:schemeClr val="lt1"/>
            </a:fontRef>
          </p:style>
          <p:txBody>
            <a:bodyPr lIns="232720" tIns="232720" rIns="232720" bIns="232720" spcCol="1270" anchor="ctr"/>
            <a:lstStyle/>
            <a:p>
              <a:pPr algn="ctr" defTabSz="2089150" rtl="1">
                <a:lnSpc>
                  <a:spcPct val="90000"/>
                </a:lnSpc>
                <a:spcAft>
                  <a:spcPct val="35000"/>
                </a:spcAft>
                <a:defRPr/>
              </a:pPr>
              <a:endParaRPr lang="he-IL" sz="4700" b="1" dirty="0">
                <a:solidFill>
                  <a:schemeClr val="tx2">
                    <a:lumMod val="50000"/>
                  </a:schemeClr>
                </a:solidFill>
              </a:endParaRPr>
            </a:p>
          </p:txBody>
        </p:sp>
        <p:sp>
          <p:nvSpPr>
            <p:cNvPr id="25" name="צורה חופשית 24"/>
            <p:cNvSpPr/>
            <p:nvPr/>
          </p:nvSpPr>
          <p:spPr>
            <a:xfrm>
              <a:off x="1831189" y="4553678"/>
              <a:ext cx="2198042" cy="1099021"/>
            </a:xfrm>
            <a:custGeom>
              <a:avLst/>
              <a:gdLst>
                <a:gd name="connsiteX0" fmla="*/ 0 w 2198042"/>
                <a:gd name="connsiteY0" fmla="*/ 183174 h 1099021"/>
                <a:gd name="connsiteX1" fmla="*/ 183174 w 2198042"/>
                <a:gd name="connsiteY1" fmla="*/ 0 h 1099021"/>
                <a:gd name="connsiteX2" fmla="*/ 2014868 w 2198042"/>
                <a:gd name="connsiteY2" fmla="*/ 0 h 1099021"/>
                <a:gd name="connsiteX3" fmla="*/ 2198042 w 2198042"/>
                <a:gd name="connsiteY3" fmla="*/ 183174 h 1099021"/>
                <a:gd name="connsiteX4" fmla="*/ 2198042 w 2198042"/>
                <a:gd name="connsiteY4" fmla="*/ 915847 h 1099021"/>
                <a:gd name="connsiteX5" fmla="*/ 2014868 w 2198042"/>
                <a:gd name="connsiteY5" fmla="*/ 1099021 h 1099021"/>
                <a:gd name="connsiteX6" fmla="*/ 183174 w 2198042"/>
                <a:gd name="connsiteY6" fmla="*/ 1099021 h 1099021"/>
                <a:gd name="connsiteX7" fmla="*/ 0 w 2198042"/>
                <a:gd name="connsiteY7" fmla="*/ 915847 h 1099021"/>
                <a:gd name="connsiteX8" fmla="*/ 0 w 2198042"/>
                <a:gd name="connsiteY8" fmla="*/ 183174 h 109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8042" h="1099021">
                  <a:moveTo>
                    <a:pt x="0" y="183174"/>
                  </a:moveTo>
                  <a:cubicBezTo>
                    <a:pt x="0" y="82010"/>
                    <a:pt x="82010" y="0"/>
                    <a:pt x="183174" y="0"/>
                  </a:cubicBezTo>
                  <a:lnTo>
                    <a:pt x="2014868" y="0"/>
                  </a:lnTo>
                  <a:cubicBezTo>
                    <a:pt x="2116032" y="0"/>
                    <a:pt x="2198042" y="82010"/>
                    <a:pt x="2198042" y="183174"/>
                  </a:cubicBezTo>
                  <a:lnTo>
                    <a:pt x="2198042" y="915847"/>
                  </a:lnTo>
                  <a:cubicBezTo>
                    <a:pt x="2198042" y="1017011"/>
                    <a:pt x="2116032" y="1099021"/>
                    <a:pt x="2014868" y="1099021"/>
                  </a:cubicBezTo>
                  <a:lnTo>
                    <a:pt x="183174" y="1099021"/>
                  </a:lnTo>
                  <a:cubicBezTo>
                    <a:pt x="82010" y="1099021"/>
                    <a:pt x="0" y="1017011"/>
                    <a:pt x="0" y="915847"/>
                  </a:cubicBezTo>
                  <a:lnTo>
                    <a:pt x="0" y="183174"/>
                  </a:lnTo>
                  <a:close/>
                </a:path>
              </a:pathLst>
            </a:custGeom>
            <a:solidFill>
              <a:schemeClr val="accent5">
                <a:lumMod val="60000"/>
                <a:lumOff val="40000"/>
              </a:schemeClr>
            </a:solidFill>
            <a:scene3d>
              <a:camera prst="orthographicFront"/>
              <a:lightRig rig="threePt" dir="t"/>
            </a:scene3d>
            <a:sp3d>
              <a:bevelT w="114300" prst="artDeco"/>
            </a:sp3d>
          </p:spPr>
          <p:style>
            <a:lnRef idx="3">
              <a:schemeClr val="lt2">
                <a:hueOff val="0"/>
                <a:satOff val="0"/>
                <a:lumOff val="0"/>
                <a:alphaOff val="0"/>
              </a:schemeClr>
            </a:lnRef>
            <a:fillRef idx="1">
              <a:scrgbClr r="0" g="0" b="0"/>
            </a:fillRef>
            <a:effectRef idx="1">
              <a:schemeClr val="dk2">
                <a:hueOff val="0"/>
                <a:satOff val="0"/>
                <a:lumOff val="0"/>
                <a:alphaOff val="0"/>
              </a:schemeClr>
            </a:effectRef>
            <a:fontRef idx="minor">
              <a:schemeClr val="lt1"/>
            </a:fontRef>
          </p:style>
          <p:txBody>
            <a:bodyPr lIns="129850" tIns="129850" rIns="129850" bIns="129850" spcCol="1270" anchor="ctr"/>
            <a:lstStyle/>
            <a:p>
              <a:pPr algn="ctr" defTabSz="889000" rtl="1">
                <a:lnSpc>
                  <a:spcPct val="90000"/>
                </a:lnSpc>
                <a:spcAft>
                  <a:spcPct val="35000"/>
                </a:spcAft>
                <a:defRPr/>
              </a:pPr>
              <a:r>
                <a:rPr lang="ar-SA" sz="2000" b="1" dirty="0">
                  <a:solidFill>
                    <a:schemeClr val="tx2">
                      <a:lumMod val="50000"/>
                    </a:schemeClr>
                  </a:solidFill>
                </a:rPr>
                <a:t>معالجة السيرورة  واسترجاع ذهني </a:t>
              </a:r>
              <a:endParaRPr lang="he-IL" sz="2000" b="1" dirty="0">
                <a:solidFill>
                  <a:schemeClr val="tx2">
                    <a:lumMod val="50000"/>
                  </a:schemeClr>
                </a:solidFill>
              </a:endParaRPr>
            </a:p>
          </p:txBody>
        </p:sp>
        <p:sp>
          <p:nvSpPr>
            <p:cNvPr id="26" name="צורה חופשית 25"/>
            <p:cNvSpPr/>
            <p:nvPr/>
          </p:nvSpPr>
          <p:spPr>
            <a:xfrm>
              <a:off x="1384242" y="2859631"/>
              <a:ext cx="2198042" cy="1099021"/>
            </a:xfrm>
            <a:custGeom>
              <a:avLst/>
              <a:gdLst>
                <a:gd name="connsiteX0" fmla="*/ 0 w 2198042"/>
                <a:gd name="connsiteY0" fmla="*/ 183174 h 1099021"/>
                <a:gd name="connsiteX1" fmla="*/ 183174 w 2198042"/>
                <a:gd name="connsiteY1" fmla="*/ 0 h 1099021"/>
                <a:gd name="connsiteX2" fmla="*/ 2014868 w 2198042"/>
                <a:gd name="connsiteY2" fmla="*/ 0 h 1099021"/>
                <a:gd name="connsiteX3" fmla="*/ 2198042 w 2198042"/>
                <a:gd name="connsiteY3" fmla="*/ 183174 h 1099021"/>
                <a:gd name="connsiteX4" fmla="*/ 2198042 w 2198042"/>
                <a:gd name="connsiteY4" fmla="*/ 915847 h 1099021"/>
                <a:gd name="connsiteX5" fmla="*/ 2014868 w 2198042"/>
                <a:gd name="connsiteY5" fmla="*/ 1099021 h 1099021"/>
                <a:gd name="connsiteX6" fmla="*/ 183174 w 2198042"/>
                <a:gd name="connsiteY6" fmla="*/ 1099021 h 1099021"/>
                <a:gd name="connsiteX7" fmla="*/ 0 w 2198042"/>
                <a:gd name="connsiteY7" fmla="*/ 915847 h 1099021"/>
                <a:gd name="connsiteX8" fmla="*/ 0 w 2198042"/>
                <a:gd name="connsiteY8" fmla="*/ 183174 h 109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8042" h="1099021">
                  <a:moveTo>
                    <a:pt x="0" y="183174"/>
                  </a:moveTo>
                  <a:cubicBezTo>
                    <a:pt x="0" y="82010"/>
                    <a:pt x="82010" y="0"/>
                    <a:pt x="183174" y="0"/>
                  </a:cubicBezTo>
                  <a:lnTo>
                    <a:pt x="2014868" y="0"/>
                  </a:lnTo>
                  <a:cubicBezTo>
                    <a:pt x="2116032" y="0"/>
                    <a:pt x="2198042" y="82010"/>
                    <a:pt x="2198042" y="183174"/>
                  </a:cubicBezTo>
                  <a:lnTo>
                    <a:pt x="2198042" y="915847"/>
                  </a:lnTo>
                  <a:cubicBezTo>
                    <a:pt x="2198042" y="1017011"/>
                    <a:pt x="2116032" y="1099021"/>
                    <a:pt x="2014868" y="1099021"/>
                  </a:cubicBezTo>
                  <a:lnTo>
                    <a:pt x="183174" y="1099021"/>
                  </a:lnTo>
                  <a:cubicBezTo>
                    <a:pt x="82010" y="1099021"/>
                    <a:pt x="0" y="1017011"/>
                    <a:pt x="0" y="915847"/>
                  </a:cubicBezTo>
                  <a:lnTo>
                    <a:pt x="0" y="183174"/>
                  </a:lnTo>
                  <a:close/>
                </a:path>
              </a:pathLst>
            </a:custGeom>
            <a:solidFill>
              <a:schemeClr val="bg2">
                <a:lumMod val="75000"/>
              </a:schemeClr>
            </a:solidFill>
            <a:scene3d>
              <a:camera prst="orthographicFront"/>
              <a:lightRig rig="threePt" dir="t"/>
            </a:scene3d>
            <a:sp3d>
              <a:bevelT w="114300" prst="artDeco"/>
            </a:sp3d>
          </p:spPr>
          <p:style>
            <a:lnRef idx="3">
              <a:schemeClr val="lt2">
                <a:hueOff val="0"/>
                <a:satOff val="0"/>
                <a:lumOff val="0"/>
                <a:alphaOff val="0"/>
              </a:schemeClr>
            </a:lnRef>
            <a:fillRef idx="1">
              <a:scrgbClr r="0" g="0" b="0"/>
            </a:fillRef>
            <a:effectRef idx="1">
              <a:schemeClr val="dk2">
                <a:hueOff val="0"/>
                <a:satOff val="0"/>
                <a:lumOff val="0"/>
                <a:alphaOff val="0"/>
              </a:schemeClr>
            </a:effectRef>
            <a:fontRef idx="minor">
              <a:schemeClr val="lt1"/>
            </a:fontRef>
          </p:style>
          <p:txBody>
            <a:bodyPr lIns="129850" tIns="129850" rIns="129850" bIns="129850" spcCol="1270" anchor="ctr"/>
            <a:lstStyle/>
            <a:p>
              <a:pPr algn="ctr" defTabSz="889000" rtl="1">
                <a:lnSpc>
                  <a:spcPct val="90000"/>
                </a:lnSpc>
                <a:spcAft>
                  <a:spcPct val="35000"/>
                </a:spcAft>
                <a:defRPr/>
              </a:pPr>
              <a:r>
                <a:rPr lang="ar-SA" sz="2000" b="1" dirty="0">
                  <a:solidFill>
                    <a:schemeClr val="tx2">
                      <a:lumMod val="50000"/>
                    </a:schemeClr>
                  </a:solidFill>
                </a:rPr>
                <a:t>إشراك ونشر </a:t>
              </a:r>
              <a:endParaRPr lang="he-IL" sz="2000" b="1" dirty="0">
                <a:solidFill>
                  <a:schemeClr val="tx2">
                    <a:lumMod val="50000"/>
                  </a:schemeClr>
                </a:solidFill>
              </a:endParaRPr>
            </a:p>
          </p:txBody>
        </p:sp>
      </p:grpSp>
      <p:grpSp>
        <p:nvGrpSpPr>
          <p:cNvPr id="28" name="קבוצה 27"/>
          <p:cNvGrpSpPr>
            <a:grpSpLocks/>
          </p:cNvGrpSpPr>
          <p:nvPr/>
        </p:nvGrpSpPr>
        <p:grpSpPr bwMode="auto">
          <a:xfrm>
            <a:off x="7146925" y="1471613"/>
            <a:ext cx="1339850" cy="1181100"/>
            <a:chOff x="10548664" y="809657"/>
            <a:chExt cx="1341276" cy="1341276"/>
          </a:xfrm>
          <a:solidFill>
            <a:schemeClr val="accent1">
              <a:lumMod val="60000"/>
              <a:lumOff val="40000"/>
            </a:schemeClr>
          </a:solidFill>
        </p:grpSpPr>
        <p:sp>
          <p:nvSpPr>
            <p:cNvPr id="6" name="אליפסה 5"/>
            <p:cNvSpPr/>
            <p:nvPr/>
          </p:nvSpPr>
          <p:spPr>
            <a:xfrm>
              <a:off x="10548664" y="809657"/>
              <a:ext cx="1341276" cy="1341276"/>
            </a:xfrm>
            <a:prstGeom prst="ellipse">
              <a:avLst/>
            </a:prstGeom>
            <a:grp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5">
                <a:hueOff val="-7947101"/>
                <a:satOff val="31849"/>
                <a:lumOff val="6902"/>
                <a:alphaOff val="0"/>
              </a:schemeClr>
            </a:effectRef>
            <a:fontRef idx="minor">
              <a:schemeClr val="lt1"/>
            </a:fontRef>
          </p:style>
        </p:sp>
        <p:sp>
          <p:nvSpPr>
            <p:cNvPr id="7" name="אליפסה 4"/>
            <p:cNvSpPr/>
            <p:nvPr/>
          </p:nvSpPr>
          <p:spPr>
            <a:xfrm>
              <a:off x="10745089" y="1006082"/>
              <a:ext cx="948426" cy="948426"/>
            </a:xfrm>
            <a:prstGeom prst="rect">
              <a:avLst/>
            </a:prstGeom>
            <a:grpFill/>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lt1"/>
            </a:fontRef>
          </p:style>
          <p:txBody>
            <a:bodyPr lIns="10795" tIns="10795" rIns="10795" bIns="10795" spcCol="1270" anchor="ctr"/>
            <a:lstStyle/>
            <a:p>
              <a:pPr algn="ctr" defTabSz="755650" rtl="1">
                <a:lnSpc>
                  <a:spcPct val="90000"/>
                </a:lnSpc>
                <a:spcAft>
                  <a:spcPct val="35000"/>
                </a:spcAft>
                <a:defRPr/>
              </a:pPr>
              <a:r>
                <a:rPr lang="ar-SA" sz="1600" b="1" dirty="0">
                  <a:solidFill>
                    <a:schemeClr val="bg1"/>
                  </a:solidFill>
                  <a:latin typeface="Arial" panose="020B0604020202020204" pitchFamily="34" charset="0"/>
                </a:rPr>
                <a:t>تلبية الاحتياجات بواسطة التفكير للوصول للحل الأمثل </a:t>
              </a:r>
              <a:endParaRPr lang="he-IL" sz="1600" b="1" dirty="0">
                <a:solidFill>
                  <a:schemeClr val="bg1"/>
                </a:solidFill>
                <a:latin typeface="Arial" panose="020B0604020202020204" pitchFamily="34" charset="0"/>
              </a:endParaRPr>
            </a:p>
          </p:txBody>
        </p:sp>
      </p:grpSp>
      <p:grpSp>
        <p:nvGrpSpPr>
          <p:cNvPr id="29" name="קבוצה 28"/>
          <p:cNvGrpSpPr>
            <a:grpSpLocks/>
          </p:cNvGrpSpPr>
          <p:nvPr/>
        </p:nvGrpSpPr>
        <p:grpSpPr bwMode="auto">
          <a:xfrm>
            <a:off x="7607934" y="3513433"/>
            <a:ext cx="1365250" cy="1212850"/>
            <a:chOff x="10188624" y="3504940"/>
            <a:chExt cx="1365749" cy="1368152"/>
          </a:xfrm>
          <a:solidFill>
            <a:schemeClr val="accent4">
              <a:lumMod val="60000"/>
              <a:lumOff val="40000"/>
            </a:schemeClr>
          </a:solidFill>
        </p:grpSpPr>
        <p:sp>
          <p:nvSpPr>
            <p:cNvPr id="9" name="אליפסה 8"/>
            <p:cNvSpPr/>
            <p:nvPr/>
          </p:nvSpPr>
          <p:spPr>
            <a:xfrm>
              <a:off x="10188624" y="3504940"/>
              <a:ext cx="1365749" cy="1368152"/>
            </a:xfrm>
            <a:prstGeom prst="ellipse">
              <a:avLst/>
            </a:prstGeom>
            <a:grp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5">
                <a:hueOff val="-9933876"/>
                <a:satOff val="39811"/>
                <a:lumOff val="8628"/>
                <a:alphaOff val="0"/>
              </a:schemeClr>
            </a:effectRef>
            <a:fontRef idx="minor">
              <a:schemeClr val="lt1"/>
            </a:fontRef>
          </p:style>
        </p:sp>
        <p:sp>
          <p:nvSpPr>
            <p:cNvPr id="10" name="אליפסה 4"/>
            <p:cNvSpPr/>
            <p:nvPr/>
          </p:nvSpPr>
          <p:spPr>
            <a:xfrm>
              <a:off x="10388633" y="3705301"/>
              <a:ext cx="965729" cy="967429"/>
            </a:xfrm>
            <a:prstGeom prst="rect">
              <a:avLst/>
            </a:prstGeom>
            <a:grpFill/>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lt1"/>
            </a:fontRef>
          </p:style>
          <p:txBody>
            <a:bodyPr lIns="10795" tIns="10795" rIns="10795" bIns="10795" spcCol="1270" anchor="ctr"/>
            <a:lstStyle/>
            <a:p>
              <a:pPr algn="ctr" defTabSz="755650" rtl="1">
                <a:lnSpc>
                  <a:spcPct val="90000"/>
                </a:lnSpc>
                <a:spcAft>
                  <a:spcPct val="35000"/>
                </a:spcAft>
                <a:defRPr/>
              </a:pPr>
              <a:r>
                <a:rPr lang="ar-SA" sz="1600" b="1" dirty="0">
                  <a:latin typeface="Arial" panose="020B0604020202020204" pitchFamily="34" charset="0"/>
                </a:rPr>
                <a:t>تشخيص حلول آنية وعلى المجال البعيد </a:t>
              </a:r>
              <a:endParaRPr lang="he-IL" sz="1600" b="1" dirty="0">
                <a:latin typeface="Arial" panose="020B0604020202020204" pitchFamily="34" charset="0"/>
              </a:endParaRPr>
            </a:p>
          </p:txBody>
        </p:sp>
      </p:grpSp>
      <p:grpSp>
        <p:nvGrpSpPr>
          <p:cNvPr id="30" name="קבוצה 29"/>
          <p:cNvGrpSpPr>
            <a:grpSpLocks/>
          </p:cNvGrpSpPr>
          <p:nvPr/>
        </p:nvGrpSpPr>
        <p:grpSpPr bwMode="auto">
          <a:xfrm>
            <a:off x="6858053" y="5657676"/>
            <a:ext cx="1352550" cy="1155700"/>
            <a:chOff x="10548664" y="5680536"/>
            <a:chExt cx="1351837" cy="1351837"/>
          </a:xfrm>
          <a:solidFill>
            <a:srgbClr val="D17F7D"/>
          </a:solidFill>
        </p:grpSpPr>
        <p:sp>
          <p:nvSpPr>
            <p:cNvPr id="12" name="אליפסה 11"/>
            <p:cNvSpPr/>
            <p:nvPr/>
          </p:nvSpPr>
          <p:spPr>
            <a:xfrm>
              <a:off x="10548664" y="5680536"/>
              <a:ext cx="1351837" cy="1351837"/>
            </a:xfrm>
            <a:prstGeom prst="ellipse">
              <a:avLst/>
            </a:prstGeom>
            <a:grp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5">
                <a:hueOff val="-3311292"/>
                <a:satOff val="13270"/>
                <a:lumOff val="2876"/>
                <a:alphaOff val="0"/>
              </a:schemeClr>
            </a:effectRef>
            <a:fontRef idx="minor">
              <a:schemeClr val="lt1"/>
            </a:fontRef>
          </p:style>
        </p:sp>
        <p:sp>
          <p:nvSpPr>
            <p:cNvPr id="13" name="אליפסה 4"/>
            <p:cNvSpPr/>
            <p:nvPr/>
          </p:nvSpPr>
          <p:spPr>
            <a:xfrm>
              <a:off x="10746635" y="5922239"/>
              <a:ext cx="955893" cy="955893"/>
            </a:xfrm>
            <a:prstGeom prst="rect">
              <a:avLst/>
            </a:prstGeom>
            <a:grpFill/>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lt1"/>
            </a:fontRef>
          </p:style>
          <p:txBody>
            <a:bodyPr lIns="10795" tIns="10795" rIns="10795" bIns="10795" spcCol="1270" anchor="ctr"/>
            <a:lstStyle/>
            <a:p>
              <a:pPr algn="ctr" defTabSz="755650" rtl="1">
                <a:lnSpc>
                  <a:spcPct val="90000"/>
                </a:lnSpc>
                <a:spcAft>
                  <a:spcPct val="35000"/>
                </a:spcAft>
                <a:defRPr/>
              </a:pPr>
              <a:r>
                <a:rPr lang="ar-SA" sz="1700" b="1" dirty="0">
                  <a:solidFill>
                    <a:schemeClr val="bg1"/>
                  </a:solidFill>
                  <a:latin typeface="Arial" panose="020B0604020202020204" pitchFamily="34" charset="0"/>
                </a:rPr>
                <a:t>المجال الجماهيري كمختبر تعليمي </a:t>
              </a:r>
              <a:endParaRPr lang="he-IL" sz="1700" b="1" dirty="0">
                <a:solidFill>
                  <a:schemeClr val="bg1"/>
                </a:solidFill>
                <a:latin typeface="Arial" panose="020B0604020202020204" pitchFamily="34" charset="0"/>
              </a:endParaRPr>
            </a:p>
          </p:txBody>
        </p:sp>
      </p:grpSp>
      <p:sp>
        <p:nvSpPr>
          <p:cNvPr id="6151" name="TextBox 2"/>
          <p:cNvSpPr txBox="1">
            <a:spLocks noChangeArrowheads="1"/>
          </p:cNvSpPr>
          <p:nvPr/>
        </p:nvSpPr>
        <p:spPr bwMode="auto">
          <a:xfrm>
            <a:off x="4818063" y="4824945"/>
            <a:ext cx="1965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algn="l" rtl="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algn="l" rtl="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algn="l" rtl="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algn="l" rtl="0" eaLnBrk="0" fontAlgn="base" hangingPunct="0">
              <a:spcBef>
                <a:spcPct val="0"/>
              </a:spcBef>
              <a:spcAft>
                <a:spcPct val="0"/>
              </a:spcAft>
              <a:defRPr>
                <a:solidFill>
                  <a:schemeClr val="tx1"/>
                </a:solidFill>
                <a:latin typeface="Calibri" pitchFamily="34" charset="0"/>
                <a:cs typeface="Arial" pitchFamily="34" charset="0"/>
              </a:defRPr>
            </a:lvl9pPr>
          </a:lstStyle>
          <a:p>
            <a:pPr algn="ctr" eaLnBrk="1" hangingPunct="1"/>
            <a:r>
              <a:rPr lang="ar-SA" b="1" dirty="0"/>
              <a:t>التجربة الشخصية والجماعية </a:t>
            </a:r>
            <a:endParaRPr lang="he-IL" b="1" dirty="0"/>
          </a:p>
        </p:txBody>
      </p:sp>
      <p:grpSp>
        <p:nvGrpSpPr>
          <p:cNvPr id="31" name="קבוצה 30"/>
          <p:cNvGrpSpPr>
            <a:grpSpLocks/>
          </p:cNvGrpSpPr>
          <p:nvPr/>
        </p:nvGrpSpPr>
        <p:grpSpPr bwMode="auto">
          <a:xfrm>
            <a:off x="146050" y="2042058"/>
            <a:ext cx="1341438" cy="1341437"/>
            <a:chOff x="-2700808" y="1518355"/>
            <a:chExt cx="1341276" cy="1341276"/>
          </a:xfrm>
          <a:solidFill>
            <a:schemeClr val="bg2">
              <a:lumMod val="75000"/>
            </a:schemeClr>
          </a:solidFill>
        </p:grpSpPr>
        <p:sp>
          <p:nvSpPr>
            <p:cNvPr id="15" name="אליפסה 14"/>
            <p:cNvSpPr/>
            <p:nvPr/>
          </p:nvSpPr>
          <p:spPr>
            <a:xfrm>
              <a:off x="-2700808" y="1518355"/>
              <a:ext cx="1341276" cy="1341276"/>
            </a:xfrm>
            <a:prstGeom prst="ellipse">
              <a:avLst/>
            </a:prstGeom>
            <a:grp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5">
                <a:hueOff val="-7947101"/>
                <a:satOff val="31849"/>
                <a:lumOff val="6902"/>
                <a:alphaOff val="0"/>
              </a:schemeClr>
            </a:effectRef>
            <a:fontRef idx="minor">
              <a:schemeClr val="lt1"/>
            </a:fontRef>
          </p:style>
        </p:sp>
        <p:sp>
          <p:nvSpPr>
            <p:cNvPr id="16" name="אליפסה 4"/>
            <p:cNvSpPr/>
            <p:nvPr/>
          </p:nvSpPr>
          <p:spPr>
            <a:xfrm>
              <a:off x="-2507515" y="1714780"/>
              <a:ext cx="948426" cy="948426"/>
            </a:xfrm>
            <a:prstGeom prst="rect">
              <a:avLst/>
            </a:prstGeom>
            <a:grpFill/>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lt1"/>
            </a:fontRef>
          </p:style>
          <p:txBody>
            <a:bodyPr lIns="10795" tIns="10795" rIns="10795" bIns="10795" spcCol="1270" anchor="ctr"/>
            <a:lstStyle/>
            <a:p>
              <a:pPr algn="ctr" defTabSz="755650" rtl="1">
                <a:lnSpc>
                  <a:spcPct val="90000"/>
                </a:lnSpc>
                <a:spcAft>
                  <a:spcPct val="35000"/>
                </a:spcAft>
                <a:defRPr/>
              </a:pPr>
              <a:r>
                <a:rPr lang="ar-SA" sz="1600" b="1" dirty="0">
                  <a:solidFill>
                    <a:schemeClr val="bg1"/>
                  </a:solidFill>
                  <a:latin typeface="Arial" panose="020B0604020202020204" pitchFamily="34" charset="0"/>
                </a:rPr>
                <a:t>مررها لغيرك </a:t>
              </a:r>
              <a:endParaRPr lang="he-IL" sz="1600" b="1" dirty="0">
                <a:solidFill>
                  <a:schemeClr val="bg1"/>
                </a:solidFill>
                <a:latin typeface="Arial" panose="020B0604020202020204" pitchFamily="34" charset="0"/>
              </a:endParaRPr>
            </a:p>
          </p:txBody>
        </p:sp>
      </p:grpSp>
      <p:grpSp>
        <p:nvGrpSpPr>
          <p:cNvPr id="32" name="קבוצה 31"/>
          <p:cNvGrpSpPr>
            <a:grpSpLocks/>
          </p:cNvGrpSpPr>
          <p:nvPr/>
        </p:nvGrpSpPr>
        <p:grpSpPr bwMode="auto">
          <a:xfrm>
            <a:off x="294163" y="5471058"/>
            <a:ext cx="1404937" cy="1317625"/>
            <a:chOff x="-1765349" y="5103188"/>
            <a:chExt cx="1404030" cy="1317819"/>
          </a:xfrm>
          <a:solidFill>
            <a:schemeClr val="accent5">
              <a:lumMod val="60000"/>
              <a:lumOff val="40000"/>
            </a:schemeClr>
          </a:solidFill>
        </p:grpSpPr>
        <p:sp>
          <p:nvSpPr>
            <p:cNvPr id="18" name="אליפסה 17"/>
            <p:cNvSpPr/>
            <p:nvPr/>
          </p:nvSpPr>
          <p:spPr>
            <a:xfrm>
              <a:off x="-1765349" y="5103188"/>
              <a:ext cx="1404030" cy="1317819"/>
            </a:xfrm>
            <a:prstGeom prst="ellipse">
              <a:avLst/>
            </a:prstGeom>
            <a:grp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5">
                <a:hueOff val="-9933876"/>
                <a:satOff val="39811"/>
                <a:lumOff val="8628"/>
                <a:alphaOff val="0"/>
              </a:schemeClr>
            </a:effectRef>
            <a:fontRef idx="minor">
              <a:schemeClr val="lt1"/>
            </a:fontRef>
          </p:style>
        </p:sp>
        <p:sp>
          <p:nvSpPr>
            <p:cNvPr id="19" name="אליפסה 4"/>
            <p:cNvSpPr/>
            <p:nvPr/>
          </p:nvSpPr>
          <p:spPr>
            <a:xfrm>
              <a:off x="-1559089" y="5296177"/>
              <a:ext cx="992800" cy="931839"/>
            </a:xfrm>
            <a:prstGeom prst="rect">
              <a:avLst/>
            </a:prstGeom>
            <a:grpFill/>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lt1"/>
            </a:fontRef>
          </p:style>
          <p:txBody>
            <a:bodyPr lIns="13335" tIns="13335" rIns="13335" bIns="13335" spcCol="1270" anchor="ctr"/>
            <a:lstStyle/>
            <a:p>
              <a:pPr algn="ctr" defTabSz="933450" rtl="1">
                <a:lnSpc>
                  <a:spcPct val="90000"/>
                </a:lnSpc>
                <a:spcAft>
                  <a:spcPct val="35000"/>
                </a:spcAft>
                <a:defRPr/>
              </a:pPr>
              <a:r>
                <a:rPr lang="ar-SA" sz="1600" b="1" dirty="0">
                  <a:solidFill>
                    <a:schemeClr val="bg1"/>
                  </a:solidFill>
                  <a:latin typeface="Arial" panose="020B0604020202020204" pitchFamily="34" charset="0"/>
                </a:rPr>
                <a:t>بالغ مهم </a:t>
              </a:r>
              <a:r>
                <a:rPr lang="he-IL" sz="1600" b="1" dirty="0">
                  <a:solidFill>
                    <a:schemeClr val="bg1"/>
                  </a:solidFill>
                  <a:latin typeface="Arial" panose="020B0604020202020204" pitchFamily="34" charset="0"/>
                </a:rPr>
                <a:t>, </a:t>
              </a:r>
              <a:r>
                <a:rPr lang="ar-SA" sz="1600" b="1" dirty="0">
                  <a:solidFill>
                    <a:schemeClr val="bg1"/>
                  </a:solidFill>
                  <a:latin typeface="Arial" panose="020B0604020202020204" pitchFamily="34" charset="0"/>
                </a:rPr>
                <a:t>تشخيص فرص للتطور</a:t>
              </a:r>
              <a:endParaRPr lang="he-IL" sz="1600" b="1" dirty="0">
                <a:solidFill>
                  <a:schemeClr val="bg1"/>
                </a:solidFill>
                <a:latin typeface="Arial" panose="020B0604020202020204" pitchFamily="34" charset="0"/>
              </a:endParaRPr>
            </a:p>
          </p:txBody>
        </p:sp>
      </p:grpSp>
    </p:spTree>
    <p:extLst>
      <p:ext uri="{BB962C8B-B14F-4D97-AF65-F5344CB8AC3E}">
        <p14:creationId xmlns:p14="http://schemas.microsoft.com/office/powerpoint/2010/main" val="207577079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2"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כותרת 1"/>
          <p:cNvSpPr>
            <a:spLocks noGrp="1"/>
          </p:cNvSpPr>
          <p:nvPr>
            <p:ph type="title"/>
          </p:nvPr>
        </p:nvSpPr>
        <p:spPr>
          <a:xfrm>
            <a:off x="1403648" y="620688"/>
            <a:ext cx="8229600" cy="1143000"/>
          </a:xfrm>
        </p:spPr>
        <p:txBody>
          <a:bodyPr rtlCol="1">
            <a:normAutofit fontScale="90000"/>
          </a:bodyPr>
          <a:lstStyle/>
          <a:p>
            <a:pPr eaLnBrk="1" fontAlgn="auto" hangingPunct="1">
              <a:spcAft>
                <a:spcPts val="0"/>
              </a:spcAft>
              <a:defRPr/>
            </a:pPr>
            <a:r>
              <a:rPr lang="ar-SA" sz="4000" b="1" dirty="0">
                <a:solidFill>
                  <a:schemeClr val="bg1"/>
                </a:solidFill>
                <a:effectLst>
                  <a:outerShdw blurRad="38100" dist="38100" dir="2700000" algn="tl">
                    <a:srgbClr val="000000">
                      <a:alpha val="43137"/>
                    </a:srgbClr>
                  </a:outerShdw>
                </a:effectLst>
                <a:cs typeface="+mn-cs"/>
              </a:rPr>
              <a:t>محور سنوي لطالب </a:t>
            </a:r>
            <a:br>
              <a:rPr lang="ar-SA" sz="4000" b="1" dirty="0">
                <a:solidFill>
                  <a:schemeClr val="bg1"/>
                </a:solidFill>
                <a:effectLst>
                  <a:outerShdw blurRad="38100" dist="38100" dir="2700000" algn="tl">
                    <a:srgbClr val="000000">
                      <a:alpha val="43137"/>
                    </a:srgbClr>
                  </a:outerShdw>
                </a:effectLst>
                <a:cs typeface="+mn-cs"/>
              </a:rPr>
            </a:br>
            <a:r>
              <a:rPr lang="ar-SA" sz="4000" b="1" dirty="0">
                <a:solidFill>
                  <a:schemeClr val="bg1"/>
                </a:solidFill>
                <a:effectLst>
                  <a:outerShdw blurRad="38100" dist="38100" dir="2700000" algn="tl">
                    <a:srgbClr val="000000">
                      <a:alpha val="43137"/>
                    </a:srgbClr>
                  </a:outerShdw>
                </a:effectLst>
                <a:cs typeface="+mn-cs"/>
              </a:rPr>
              <a:t>الصف العاشر </a:t>
            </a:r>
            <a:br>
              <a:rPr lang="he-IL" sz="4000" b="1" dirty="0">
                <a:solidFill>
                  <a:schemeClr val="bg1"/>
                </a:solidFill>
                <a:effectLst>
                  <a:outerShdw blurRad="38100" dist="38100" dir="2700000" algn="tl">
                    <a:srgbClr val="000000">
                      <a:alpha val="43137"/>
                    </a:srgbClr>
                  </a:outerShdw>
                </a:effectLst>
                <a:cs typeface="+mn-cs"/>
              </a:rPr>
            </a:br>
            <a:br>
              <a:rPr lang="he-IL" sz="4000" b="1" dirty="0">
                <a:solidFill>
                  <a:schemeClr val="bg1"/>
                </a:solidFill>
                <a:effectLst>
                  <a:outerShdw blurRad="38100" dist="38100" dir="2700000" algn="tl">
                    <a:srgbClr val="000000">
                      <a:alpha val="43137"/>
                    </a:srgbClr>
                  </a:outerShdw>
                </a:effectLst>
                <a:cs typeface="+mn-cs"/>
              </a:rPr>
            </a:br>
            <a:endParaRPr lang="he-IL" sz="4000" b="1" dirty="0">
              <a:solidFill>
                <a:schemeClr val="bg1"/>
              </a:solidFill>
              <a:effectLst>
                <a:outerShdw blurRad="38100" dist="38100" dir="2700000" algn="tl">
                  <a:srgbClr val="000000">
                    <a:alpha val="43137"/>
                  </a:srgbClr>
                </a:outerShdw>
              </a:effectLst>
              <a:cs typeface="+mn-cs"/>
            </a:endParaRPr>
          </a:p>
        </p:txBody>
      </p:sp>
      <p:sp>
        <p:nvSpPr>
          <p:cNvPr id="5" name="מציין מיקום תוכן 4"/>
          <p:cNvSpPr>
            <a:spLocks noGrp="1"/>
          </p:cNvSpPr>
          <p:nvPr>
            <p:ph idx="1"/>
          </p:nvPr>
        </p:nvSpPr>
        <p:spPr>
          <a:xfrm>
            <a:off x="449065" y="1674583"/>
            <a:ext cx="8229600" cy="4525963"/>
          </a:xfrm>
        </p:spPr>
        <p:txBody>
          <a:bodyPr rtlCol="1">
            <a:normAutofit/>
          </a:bodyPr>
          <a:lstStyle/>
          <a:p>
            <a:pPr marL="0" indent="0" eaLnBrk="1" fontAlgn="auto" hangingPunct="1">
              <a:lnSpc>
                <a:spcPct val="160000"/>
              </a:lnSpc>
              <a:spcAft>
                <a:spcPts val="0"/>
              </a:spcAft>
              <a:buFont typeface="Arial" pitchFamily="34" charset="0"/>
              <a:buNone/>
              <a:defRPr/>
            </a:pPr>
            <a:endParaRPr lang="he-IL" altLang="he-IL" sz="5500" b="1" dirty="0">
              <a:solidFill>
                <a:srgbClr val="800000"/>
              </a:solidFill>
            </a:endParaRPr>
          </a:p>
          <a:p>
            <a:pPr marL="0" indent="0" eaLnBrk="1" fontAlgn="auto" hangingPunct="1">
              <a:spcAft>
                <a:spcPts val="0"/>
              </a:spcAft>
              <a:buFont typeface="Arial" pitchFamily="34" charset="0"/>
              <a:buNone/>
              <a:defRPr/>
            </a:pPr>
            <a:endParaRPr lang="he-IL" dirty="0"/>
          </a:p>
          <a:p>
            <a:pPr eaLnBrk="1" fontAlgn="auto" hangingPunct="1">
              <a:spcAft>
                <a:spcPts val="0"/>
              </a:spcAft>
              <a:defRPr/>
            </a:pPr>
            <a:endParaRPr lang="he-IL" dirty="0"/>
          </a:p>
        </p:txBody>
      </p:sp>
      <p:graphicFrame>
        <p:nvGraphicFramePr>
          <p:cNvPr id="3" name="טבלה 2"/>
          <p:cNvGraphicFramePr>
            <a:graphicFrameLocks noGrp="1"/>
          </p:cNvGraphicFramePr>
          <p:nvPr>
            <p:extLst>
              <p:ext uri="{D42A27DB-BD31-4B8C-83A1-F6EECF244321}">
                <p14:modId xmlns:p14="http://schemas.microsoft.com/office/powerpoint/2010/main" val="802156365"/>
              </p:ext>
            </p:extLst>
          </p:nvPr>
        </p:nvGraphicFramePr>
        <p:xfrm>
          <a:off x="251518" y="1474272"/>
          <a:ext cx="8066880" cy="1689142"/>
        </p:xfrm>
        <a:graphic>
          <a:graphicData uri="http://schemas.openxmlformats.org/drawingml/2006/table">
            <a:tbl>
              <a:tblPr rtl="1" firstRow="1" bandRow="1">
                <a:tableStyleId>{5C22544A-7EE6-4342-B048-85BDC9FD1C3A}</a:tableStyleId>
              </a:tblPr>
              <a:tblGrid>
                <a:gridCol w="1613376">
                  <a:extLst>
                    <a:ext uri="{9D8B030D-6E8A-4147-A177-3AD203B41FA5}">
                      <a16:colId xmlns:a16="http://schemas.microsoft.com/office/drawing/2014/main" val="20000"/>
                    </a:ext>
                  </a:extLst>
                </a:gridCol>
                <a:gridCol w="1613376">
                  <a:extLst>
                    <a:ext uri="{9D8B030D-6E8A-4147-A177-3AD203B41FA5}">
                      <a16:colId xmlns:a16="http://schemas.microsoft.com/office/drawing/2014/main" val="20001"/>
                    </a:ext>
                  </a:extLst>
                </a:gridCol>
                <a:gridCol w="1613376">
                  <a:extLst>
                    <a:ext uri="{9D8B030D-6E8A-4147-A177-3AD203B41FA5}">
                      <a16:colId xmlns:a16="http://schemas.microsoft.com/office/drawing/2014/main" val="20002"/>
                    </a:ext>
                  </a:extLst>
                </a:gridCol>
                <a:gridCol w="1613376">
                  <a:extLst>
                    <a:ext uri="{9D8B030D-6E8A-4147-A177-3AD203B41FA5}">
                      <a16:colId xmlns:a16="http://schemas.microsoft.com/office/drawing/2014/main" val="20003"/>
                    </a:ext>
                  </a:extLst>
                </a:gridCol>
                <a:gridCol w="1613376">
                  <a:extLst>
                    <a:ext uri="{9D8B030D-6E8A-4147-A177-3AD203B41FA5}">
                      <a16:colId xmlns:a16="http://schemas.microsoft.com/office/drawing/2014/main" val="20004"/>
                    </a:ext>
                  </a:extLst>
                </a:gridCol>
              </a:tblGrid>
              <a:tr h="348022">
                <a:tc>
                  <a:txBody>
                    <a:bodyPr/>
                    <a:lstStyle/>
                    <a:p>
                      <a:pPr rtl="1"/>
                      <a:endParaRPr lang="he-IL" sz="1600" dirty="0"/>
                    </a:p>
                  </a:txBody>
                  <a:tcPr/>
                </a:tc>
                <a:tc>
                  <a:txBody>
                    <a:bodyPr/>
                    <a:lstStyle/>
                    <a:p>
                      <a:pPr rtl="1"/>
                      <a:r>
                        <a:rPr lang="ar-SA" sz="1600" dirty="0"/>
                        <a:t>ايلول</a:t>
                      </a:r>
                      <a:endParaRPr lang="he-IL" sz="1600" dirty="0"/>
                    </a:p>
                  </a:txBody>
                  <a:tcPr/>
                </a:tc>
                <a:tc>
                  <a:txBody>
                    <a:bodyPr/>
                    <a:lstStyle/>
                    <a:p>
                      <a:pPr rtl="1"/>
                      <a:r>
                        <a:rPr lang="ar-SA" sz="1600" dirty="0"/>
                        <a:t>تشرين</a:t>
                      </a:r>
                      <a:r>
                        <a:rPr lang="ar-SA" sz="1600" baseline="0" dirty="0"/>
                        <a:t> أول</a:t>
                      </a:r>
                      <a:endParaRPr lang="he-IL" sz="1600" dirty="0"/>
                    </a:p>
                  </a:txBody>
                  <a:tcPr/>
                </a:tc>
                <a:tc>
                  <a:txBody>
                    <a:bodyPr/>
                    <a:lstStyle/>
                    <a:p>
                      <a:pPr rtl="1"/>
                      <a:r>
                        <a:rPr lang="ar-SA" sz="1600" dirty="0"/>
                        <a:t>تشرين</a:t>
                      </a:r>
                      <a:r>
                        <a:rPr lang="ar-SA" sz="1600" baseline="0" dirty="0"/>
                        <a:t> ثاني</a:t>
                      </a:r>
                      <a:endParaRPr lang="he-IL" sz="1600" dirty="0"/>
                    </a:p>
                  </a:txBody>
                  <a:tcPr/>
                </a:tc>
                <a:tc>
                  <a:txBody>
                    <a:bodyPr/>
                    <a:lstStyle/>
                    <a:p>
                      <a:pPr rtl="1"/>
                      <a:r>
                        <a:rPr lang="ar-SA" sz="1600" dirty="0"/>
                        <a:t>كانون الأول</a:t>
                      </a:r>
                      <a:endParaRPr lang="he-IL" sz="1600" dirty="0"/>
                    </a:p>
                  </a:txBody>
                  <a:tcPr/>
                </a:tc>
                <a:extLst>
                  <a:ext uri="{0D108BD9-81ED-4DB2-BD59-A6C34878D82A}">
                    <a16:rowId xmlns:a16="http://schemas.microsoft.com/office/drawing/2014/main" val="10000"/>
                  </a:ext>
                </a:extLst>
              </a:tr>
              <a:tr h="772323">
                <a:tc>
                  <a:txBody>
                    <a:bodyPr/>
                    <a:lstStyle/>
                    <a:p>
                      <a:pPr rtl="1"/>
                      <a:r>
                        <a:rPr lang="ar-SA" sz="1600" b="1" dirty="0"/>
                        <a:t>التعلم النظري</a:t>
                      </a:r>
                      <a:endParaRPr lang="he-IL" sz="1600" b="1" dirty="0"/>
                    </a:p>
                  </a:txBody>
                  <a:tcPr/>
                </a:tc>
                <a:tc gridSpan="4">
                  <a:txBody>
                    <a:bodyPr/>
                    <a:lstStyle/>
                    <a:p>
                      <a:pPr rtl="1"/>
                      <a:r>
                        <a:rPr lang="ar-SA" sz="1600" b="1" dirty="0"/>
                        <a:t>التحضير للتجربة العملية </a:t>
                      </a:r>
                      <a:r>
                        <a:rPr lang="ar-SA" sz="1600" dirty="0"/>
                        <a:t>تشخيص  مجالات الاهتمام ونقاط القوة </a:t>
                      </a:r>
                      <a:r>
                        <a:rPr lang="he-IL" sz="1600" baseline="0" dirty="0"/>
                        <a:t> </a:t>
                      </a:r>
                      <a:r>
                        <a:rPr lang="ar-SA" sz="1600" baseline="0" dirty="0"/>
                        <a:t>تقصي الحاجات في المجتمع</a:t>
                      </a:r>
                      <a:r>
                        <a:rPr lang="he-IL" sz="1600" baseline="0" dirty="0"/>
                        <a:t>, </a:t>
                      </a:r>
                      <a:r>
                        <a:rPr lang="ar-SA" sz="1600" baseline="0" dirty="0"/>
                        <a:t>دافعية وتوضيح قيم شخصية </a:t>
                      </a:r>
                      <a:endParaRPr lang="he-IL" sz="1600" baseline="0" dirty="0"/>
                    </a:p>
                    <a:p>
                      <a:pPr rtl="1"/>
                      <a:r>
                        <a:rPr lang="ar-SA" sz="1600" baseline="0" dirty="0"/>
                        <a:t>يوم مُركَز </a:t>
                      </a:r>
                      <a:r>
                        <a:rPr lang="he-IL" sz="1600" baseline="0" dirty="0"/>
                        <a:t>– </a:t>
                      </a:r>
                      <a:r>
                        <a:rPr lang="ar-SA" sz="1600" baseline="0" dirty="0"/>
                        <a:t>عرض إمكانيات وأماكن التجربة </a:t>
                      </a:r>
                      <a:endParaRPr lang="he-IL" sz="1600" dirty="0"/>
                    </a:p>
                  </a:txBody>
                  <a:tcPr/>
                </a:tc>
                <a:tc hMerge="1">
                  <a:txBody>
                    <a:bodyPr/>
                    <a:lstStyle/>
                    <a:p>
                      <a:pPr rtl="1"/>
                      <a:endParaRPr lang="he-IL" dirty="0"/>
                    </a:p>
                  </a:txBody>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1"/>
                  </a:ext>
                </a:extLst>
              </a:tr>
              <a:tr h="486277">
                <a:tc>
                  <a:txBody>
                    <a:bodyPr/>
                    <a:lstStyle/>
                    <a:p>
                      <a:pPr rtl="1"/>
                      <a:r>
                        <a:rPr lang="ar-SA" sz="1600" b="1" dirty="0"/>
                        <a:t>التجربة العملية </a:t>
                      </a:r>
                      <a:endParaRPr lang="he-IL" sz="1600" b="1" dirty="0"/>
                    </a:p>
                  </a:txBody>
                  <a:tcPr/>
                </a:tc>
                <a:tc>
                  <a:txBody>
                    <a:bodyPr/>
                    <a:lstStyle/>
                    <a:p>
                      <a:pPr rtl="1"/>
                      <a:r>
                        <a:rPr lang="ar-SA" sz="1600" dirty="0"/>
                        <a:t>عرض أطر</a:t>
                      </a:r>
                      <a:r>
                        <a:rPr lang="ar-SA" sz="1600" baseline="0" dirty="0"/>
                        <a:t> العمل </a:t>
                      </a:r>
                      <a:endParaRPr lang="he-IL" sz="1600" dirty="0"/>
                    </a:p>
                  </a:txBody>
                  <a:tcPr/>
                </a:tc>
                <a:tc>
                  <a:txBody>
                    <a:bodyPr/>
                    <a:lstStyle/>
                    <a:p>
                      <a:pPr rtl="1"/>
                      <a:r>
                        <a:rPr lang="ar-SA" sz="1400" dirty="0"/>
                        <a:t>تصنيف وتعيين </a:t>
                      </a:r>
                      <a:r>
                        <a:rPr lang="ar-SA" sz="1400" baseline="0" dirty="0"/>
                        <a:t> شخصي في أماكن  التجربة العملية </a:t>
                      </a:r>
                      <a:endParaRPr lang="he-IL" sz="1400" dirty="0"/>
                    </a:p>
                  </a:txBody>
                  <a:tcPr/>
                </a:tc>
                <a:tc gridSpan="2">
                  <a:txBody>
                    <a:bodyPr/>
                    <a:lstStyle/>
                    <a:p>
                      <a:pPr rtl="1"/>
                      <a:r>
                        <a:rPr lang="ar-SA" sz="1600" dirty="0"/>
                        <a:t>تنفيذ</a:t>
                      </a:r>
                      <a:r>
                        <a:rPr lang="ar-SA" sz="1600" baseline="0" dirty="0"/>
                        <a:t> التجربة العملية </a:t>
                      </a:r>
                      <a:endParaRPr lang="he-IL" sz="1600" dirty="0"/>
                    </a:p>
                  </a:txBody>
                  <a:tcPr/>
                </a:tc>
                <a:tc hMerge="1">
                  <a:txBody>
                    <a:bodyPr/>
                    <a:lstStyle/>
                    <a:p>
                      <a:pPr rtl="1"/>
                      <a:endParaRPr lang="he-IL" dirty="0"/>
                    </a:p>
                  </a:txBody>
                  <a:tcPr/>
                </a:tc>
                <a:extLst>
                  <a:ext uri="{0D108BD9-81ED-4DB2-BD59-A6C34878D82A}">
                    <a16:rowId xmlns:a16="http://schemas.microsoft.com/office/drawing/2014/main" val="10002"/>
                  </a:ext>
                </a:extLst>
              </a:tr>
            </a:tbl>
          </a:graphicData>
        </a:graphic>
      </p:graphicFrame>
      <p:graphicFrame>
        <p:nvGraphicFramePr>
          <p:cNvPr id="6" name="טבלה 5"/>
          <p:cNvGraphicFramePr>
            <a:graphicFrameLocks noGrp="1"/>
          </p:cNvGraphicFramePr>
          <p:nvPr>
            <p:extLst>
              <p:ext uri="{D42A27DB-BD31-4B8C-83A1-F6EECF244321}">
                <p14:modId xmlns:p14="http://schemas.microsoft.com/office/powerpoint/2010/main" val="2484674004"/>
              </p:ext>
            </p:extLst>
          </p:nvPr>
        </p:nvGraphicFramePr>
        <p:xfrm>
          <a:off x="256826" y="3327767"/>
          <a:ext cx="8064895" cy="1772920"/>
        </p:xfrm>
        <a:graphic>
          <a:graphicData uri="http://schemas.openxmlformats.org/drawingml/2006/table">
            <a:tbl>
              <a:tblPr rtl="1" firstRow="1" bandRow="1">
                <a:tableStyleId>{21E4AEA4-8DFA-4A89-87EB-49C32662AFE0}</a:tableStyleId>
              </a:tblPr>
              <a:tblGrid>
                <a:gridCol w="1612979">
                  <a:extLst>
                    <a:ext uri="{9D8B030D-6E8A-4147-A177-3AD203B41FA5}">
                      <a16:colId xmlns:a16="http://schemas.microsoft.com/office/drawing/2014/main" val="20000"/>
                    </a:ext>
                  </a:extLst>
                </a:gridCol>
                <a:gridCol w="1612979">
                  <a:extLst>
                    <a:ext uri="{9D8B030D-6E8A-4147-A177-3AD203B41FA5}">
                      <a16:colId xmlns:a16="http://schemas.microsoft.com/office/drawing/2014/main" val="20001"/>
                    </a:ext>
                  </a:extLst>
                </a:gridCol>
                <a:gridCol w="1612979">
                  <a:extLst>
                    <a:ext uri="{9D8B030D-6E8A-4147-A177-3AD203B41FA5}">
                      <a16:colId xmlns:a16="http://schemas.microsoft.com/office/drawing/2014/main" val="20002"/>
                    </a:ext>
                  </a:extLst>
                </a:gridCol>
                <a:gridCol w="1612979">
                  <a:extLst>
                    <a:ext uri="{9D8B030D-6E8A-4147-A177-3AD203B41FA5}">
                      <a16:colId xmlns:a16="http://schemas.microsoft.com/office/drawing/2014/main" val="20003"/>
                    </a:ext>
                  </a:extLst>
                </a:gridCol>
                <a:gridCol w="1612979">
                  <a:extLst>
                    <a:ext uri="{9D8B030D-6E8A-4147-A177-3AD203B41FA5}">
                      <a16:colId xmlns:a16="http://schemas.microsoft.com/office/drawing/2014/main" val="20004"/>
                    </a:ext>
                  </a:extLst>
                </a:gridCol>
              </a:tblGrid>
              <a:tr h="370840">
                <a:tc>
                  <a:txBody>
                    <a:bodyPr/>
                    <a:lstStyle/>
                    <a:p>
                      <a:pPr rtl="1"/>
                      <a:endParaRPr lang="he-IL" sz="1600" dirty="0"/>
                    </a:p>
                  </a:txBody>
                  <a:tcPr/>
                </a:tc>
                <a:tc>
                  <a:txBody>
                    <a:bodyPr/>
                    <a:lstStyle/>
                    <a:p>
                      <a:pPr rtl="1"/>
                      <a:r>
                        <a:rPr lang="ar-SA" sz="1600" dirty="0"/>
                        <a:t>كانون الثاني</a:t>
                      </a:r>
                      <a:endParaRPr lang="he-IL" sz="1600" dirty="0"/>
                    </a:p>
                  </a:txBody>
                  <a:tcPr/>
                </a:tc>
                <a:tc>
                  <a:txBody>
                    <a:bodyPr/>
                    <a:lstStyle/>
                    <a:p>
                      <a:pPr rtl="1"/>
                      <a:r>
                        <a:rPr lang="ar-SA" sz="1600" dirty="0"/>
                        <a:t>شباط</a:t>
                      </a:r>
                      <a:endParaRPr lang="he-IL" sz="1600" dirty="0"/>
                    </a:p>
                  </a:txBody>
                  <a:tcPr/>
                </a:tc>
                <a:tc>
                  <a:txBody>
                    <a:bodyPr/>
                    <a:lstStyle/>
                    <a:p>
                      <a:pPr rtl="1"/>
                      <a:r>
                        <a:rPr lang="ar-SA" sz="1600" dirty="0"/>
                        <a:t>آذار</a:t>
                      </a:r>
                      <a:endParaRPr lang="he-IL" sz="1600" dirty="0"/>
                    </a:p>
                  </a:txBody>
                  <a:tcPr/>
                </a:tc>
                <a:tc>
                  <a:txBody>
                    <a:bodyPr/>
                    <a:lstStyle/>
                    <a:p>
                      <a:pPr rtl="1"/>
                      <a:r>
                        <a:rPr lang="ar-SA" sz="1600" dirty="0"/>
                        <a:t>نيسان</a:t>
                      </a:r>
                      <a:endParaRPr lang="he-IL" sz="1600" dirty="0"/>
                    </a:p>
                  </a:txBody>
                  <a:tcPr/>
                </a:tc>
                <a:extLst>
                  <a:ext uri="{0D108BD9-81ED-4DB2-BD59-A6C34878D82A}">
                    <a16:rowId xmlns:a16="http://schemas.microsoft.com/office/drawing/2014/main" val="10000"/>
                  </a:ext>
                </a:extLst>
              </a:tr>
              <a:tr h="370840">
                <a:tc>
                  <a:txBody>
                    <a:bodyPr/>
                    <a:lstStyle/>
                    <a:p>
                      <a:pPr rtl="1"/>
                      <a:r>
                        <a:rPr lang="ar-SA" sz="1600" b="1" dirty="0"/>
                        <a:t>التعلم النظري</a:t>
                      </a:r>
                      <a:endParaRPr lang="he-IL" sz="1600" b="1" dirty="0"/>
                    </a:p>
                  </a:txBody>
                  <a:tcPr/>
                </a:tc>
                <a:tc gridSpan="4">
                  <a:txBody>
                    <a:bodyPr/>
                    <a:lstStyle/>
                    <a:p>
                      <a:pPr rtl="1"/>
                      <a:r>
                        <a:rPr lang="ar-SA" sz="1600" b="1" dirty="0"/>
                        <a:t>خلال</a:t>
                      </a:r>
                      <a:r>
                        <a:rPr lang="ar-SA" sz="1600" b="1" baseline="0" dirty="0"/>
                        <a:t> التجربة العملية </a:t>
                      </a:r>
                      <a:r>
                        <a:rPr lang="he-IL" sz="1600" b="1" dirty="0"/>
                        <a:t>: </a:t>
                      </a:r>
                      <a:r>
                        <a:rPr lang="ar-SA" sz="1600" b="0" dirty="0"/>
                        <a:t>محادثة</a:t>
                      </a:r>
                      <a:r>
                        <a:rPr lang="ar-SA" sz="1600" b="0" baseline="0" dirty="0"/>
                        <a:t> قيمية( </a:t>
                      </a:r>
                      <a:r>
                        <a:rPr lang="ar-SA" sz="1600" dirty="0"/>
                        <a:t>التداخل الاجتماعي، العطاء، كرامة الانسان ، تقبل الاخر </a:t>
                      </a:r>
                      <a:r>
                        <a:rPr lang="he-IL" sz="1600" dirty="0"/>
                        <a:t>, </a:t>
                      </a:r>
                      <a:r>
                        <a:rPr lang="ar-SA" sz="1600" dirty="0"/>
                        <a:t>وغير ذلك</a:t>
                      </a:r>
                      <a:r>
                        <a:rPr lang="he-IL" sz="1600" dirty="0"/>
                        <a:t>)</a:t>
                      </a:r>
                      <a:r>
                        <a:rPr lang="he-IL" sz="1600" baseline="0" dirty="0"/>
                        <a:t> </a:t>
                      </a:r>
                      <a:r>
                        <a:rPr lang="ar-SA" sz="1600" dirty="0"/>
                        <a:t>دمج المواضيع التعليمية ( مجالات المعرفة )</a:t>
                      </a:r>
                      <a:r>
                        <a:rPr lang="he-IL" sz="1600" dirty="0"/>
                        <a:t>, </a:t>
                      </a:r>
                      <a:r>
                        <a:rPr lang="ar-SA" sz="1600" dirty="0"/>
                        <a:t>نماذج وطرق للتعامل مع المشاكل والصراعات، ما</a:t>
                      </a:r>
                      <a:r>
                        <a:rPr lang="ar-SA" sz="1600" baseline="0" dirty="0"/>
                        <a:t> هي جودة الحياة؟  </a:t>
                      </a:r>
                      <a:r>
                        <a:rPr lang="ar-SA" sz="1600" dirty="0"/>
                        <a:t>نموذج للمبادرة</a:t>
                      </a:r>
                      <a:r>
                        <a:rPr lang="ar-SA" sz="1600" baseline="0" dirty="0"/>
                        <a:t> الاجتماعية</a:t>
                      </a:r>
                      <a:endParaRPr lang="he-IL" sz="1600" b="0" dirty="0"/>
                    </a:p>
                  </a:txBody>
                  <a:tcPr/>
                </a:tc>
                <a:tc hMerge="1">
                  <a:txBody>
                    <a:bodyPr/>
                    <a:lstStyle/>
                    <a:p>
                      <a:pPr rtl="1"/>
                      <a:endParaRPr lang="he-IL" dirty="0"/>
                    </a:p>
                  </a:txBody>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1"/>
                  </a:ext>
                </a:extLst>
              </a:tr>
              <a:tr h="370840">
                <a:tc>
                  <a:txBody>
                    <a:bodyPr/>
                    <a:lstStyle/>
                    <a:p>
                      <a:pPr rtl="1"/>
                      <a:r>
                        <a:rPr lang="ar-SA" sz="1600" b="1" dirty="0"/>
                        <a:t>التجربة العملية </a:t>
                      </a:r>
                      <a:endParaRPr lang="he-IL" sz="1600" b="1" dirty="0"/>
                    </a:p>
                  </a:txBody>
                  <a:tcPr/>
                </a:tc>
                <a:tc gridSpan="4">
                  <a:txBody>
                    <a:bodyPr/>
                    <a:lstStyle/>
                    <a:p>
                      <a:pPr rtl="1"/>
                      <a:r>
                        <a:rPr lang="ar-SA" sz="1600" dirty="0"/>
                        <a:t>تنفيذ التجربة العملية، مرافقة من قِبل بالغ</a:t>
                      </a:r>
                      <a:r>
                        <a:rPr lang="ar-SA" sz="1600" baseline="0" dirty="0"/>
                        <a:t> مرافق في مكان التجربة العملية </a:t>
                      </a:r>
                      <a:endParaRPr lang="en-US" sz="1600" baseline="0" dirty="0"/>
                    </a:p>
                    <a:p>
                      <a:pPr rtl="1"/>
                      <a:r>
                        <a:rPr lang="ar-SA" sz="1600" baseline="0" dirty="0"/>
                        <a:t>بداية عمل جماعي في المشروع</a:t>
                      </a:r>
                      <a:endParaRPr lang="he-IL" sz="1600" dirty="0"/>
                    </a:p>
                  </a:txBody>
                  <a:tcPr/>
                </a:tc>
                <a:tc hMerge="1">
                  <a:txBody>
                    <a:bodyPr/>
                    <a:lstStyle/>
                    <a:p>
                      <a:pPr rtl="1"/>
                      <a:endParaRPr lang="he-IL" dirty="0"/>
                    </a:p>
                  </a:txBody>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2"/>
                  </a:ext>
                </a:extLst>
              </a:tr>
            </a:tbl>
          </a:graphicData>
        </a:graphic>
      </p:graphicFrame>
      <p:graphicFrame>
        <p:nvGraphicFramePr>
          <p:cNvPr id="7" name="טבלה 6"/>
          <p:cNvGraphicFramePr>
            <a:graphicFrameLocks noGrp="1"/>
          </p:cNvGraphicFramePr>
          <p:nvPr>
            <p:extLst>
              <p:ext uri="{D42A27DB-BD31-4B8C-83A1-F6EECF244321}">
                <p14:modId xmlns:p14="http://schemas.microsoft.com/office/powerpoint/2010/main" val="1633551835"/>
              </p:ext>
            </p:extLst>
          </p:nvPr>
        </p:nvGraphicFramePr>
        <p:xfrm>
          <a:off x="251518" y="5268439"/>
          <a:ext cx="8064895" cy="1529080"/>
        </p:xfrm>
        <a:graphic>
          <a:graphicData uri="http://schemas.openxmlformats.org/drawingml/2006/table">
            <a:tbl>
              <a:tblPr rtl="1" firstRow="1" bandRow="1">
                <a:tableStyleId>{F5AB1C69-6EDB-4FF4-983F-18BD219EF322}</a:tableStyleId>
              </a:tblPr>
              <a:tblGrid>
                <a:gridCol w="1612979">
                  <a:extLst>
                    <a:ext uri="{9D8B030D-6E8A-4147-A177-3AD203B41FA5}">
                      <a16:colId xmlns:a16="http://schemas.microsoft.com/office/drawing/2014/main" val="20000"/>
                    </a:ext>
                  </a:extLst>
                </a:gridCol>
                <a:gridCol w="1612979">
                  <a:extLst>
                    <a:ext uri="{9D8B030D-6E8A-4147-A177-3AD203B41FA5}">
                      <a16:colId xmlns:a16="http://schemas.microsoft.com/office/drawing/2014/main" val="20001"/>
                    </a:ext>
                  </a:extLst>
                </a:gridCol>
                <a:gridCol w="1923096">
                  <a:extLst>
                    <a:ext uri="{9D8B030D-6E8A-4147-A177-3AD203B41FA5}">
                      <a16:colId xmlns:a16="http://schemas.microsoft.com/office/drawing/2014/main" val="20002"/>
                    </a:ext>
                  </a:extLst>
                </a:gridCol>
                <a:gridCol w="1302862">
                  <a:extLst>
                    <a:ext uri="{9D8B030D-6E8A-4147-A177-3AD203B41FA5}">
                      <a16:colId xmlns:a16="http://schemas.microsoft.com/office/drawing/2014/main" val="20003"/>
                    </a:ext>
                  </a:extLst>
                </a:gridCol>
                <a:gridCol w="1612979">
                  <a:extLst>
                    <a:ext uri="{9D8B030D-6E8A-4147-A177-3AD203B41FA5}">
                      <a16:colId xmlns:a16="http://schemas.microsoft.com/office/drawing/2014/main" val="20004"/>
                    </a:ext>
                  </a:extLst>
                </a:gridCol>
              </a:tblGrid>
              <a:tr h="370840">
                <a:tc>
                  <a:txBody>
                    <a:bodyPr/>
                    <a:lstStyle/>
                    <a:p>
                      <a:pPr rtl="1"/>
                      <a:endParaRPr lang="he-IL" sz="1600" dirty="0"/>
                    </a:p>
                  </a:txBody>
                  <a:tcPr/>
                </a:tc>
                <a:tc>
                  <a:txBody>
                    <a:bodyPr/>
                    <a:lstStyle/>
                    <a:p>
                      <a:pPr rtl="1"/>
                      <a:r>
                        <a:rPr lang="ar-SA" sz="1600" dirty="0"/>
                        <a:t>ايار</a:t>
                      </a:r>
                      <a:endParaRPr lang="he-IL" sz="1600" dirty="0"/>
                    </a:p>
                  </a:txBody>
                  <a:tcPr/>
                </a:tc>
                <a:tc>
                  <a:txBody>
                    <a:bodyPr/>
                    <a:lstStyle/>
                    <a:p>
                      <a:pPr rtl="1"/>
                      <a:r>
                        <a:rPr lang="ar-SA" sz="1600" dirty="0"/>
                        <a:t>حزيران</a:t>
                      </a:r>
                      <a:endParaRPr lang="he-IL" sz="1600" dirty="0"/>
                    </a:p>
                  </a:txBody>
                  <a:tcPr/>
                </a:tc>
                <a:tc>
                  <a:txBody>
                    <a:bodyPr/>
                    <a:lstStyle/>
                    <a:p>
                      <a:pPr rtl="1"/>
                      <a:r>
                        <a:rPr lang="ar-SA" sz="1600" dirty="0"/>
                        <a:t>تموز </a:t>
                      </a:r>
                      <a:endParaRPr lang="he-IL" sz="1600" dirty="0"/>
                    </a:p>
                  </a:txBody>
                  <a:tcPr/>
                </a:tc>
                <a:tc>
                  <a:txBody>
                    <a:bodyPr/>
                    <a:lstStyle/>
                    <a:p>
                      <a:pPr rtl="1"/>
                      <a:r>
                        <a:rPr lang="ar-SA" sz="1600" dirty="0"/>
                        <a:t>آب </a:t>
                      </a:r>
                      <a:endParaRPr lang="he-IL" sz="1600" dirty="0"/>
                    </a:p>
                  </a:txBody>
                  <a:tcPr/>
                </a:tc>
                <a:extLst>
                  <a:ext uri="{0D108BD9-81ED-4DB2-BD59-A6C34878D82A}">
                    <a16:rowId xmlns:a16="http://schemas.microsoft.com/office/drawing/2014/main" val="10000"/>
                  </a:ext>
                </a:extLst>
              </a:tr>
              <a:tr h="370840">
                <a:tc>
                  <a:txBody>
                    <a:bodyPr/>
                    <a:lstStyle/>
                    <a:p>
                      <a:pPr rtl="1"/>
                      <a:r>
                        <a:rPr lang="ar-SA" sz="1600" b="1" dirty="0"/>
                        <a:t>التعلم النظري</a:t>
                      </a:r>
                      <a:endParaRPr lang="he-IL" sz="1600" b="1" dirty="0"/>
                    </a:p>
                  </a:txBody>
                  <a:tcPr/>
                </a:tc>
                <a:tc gridSpan="2">
                  <a:txBody>
                    <a:bodyPr/>
                    <a:lstStyle/>
                    <a:p>
                      <a:pPr rtl="1"/>
                      <a:r>
                        <a:rPr lang="ar-SA" sz="1600" b="1" dirty="0"/>
                        <a:t>قبيل انتهاء التجربة العملية </a:t>
                      </a:r>
                      <a:r>
                        <a:rPr lang="he-IL" sz="1600" b="1" dirty="0"/>
                        <a:t>: </a:t>
                      </a:r>
                      <a:r>
                        <a:rPr lang="ar-SA" sz="1600" dirty="0"/>
                        <a:t>مشاركة في التجارب المختلفة</a:t>
                      </a:r>
                      <a:r>
                        <a:rPr lang="he-IL" sz="1600" baseline="0" dirty="0"/>
                        <a:t>, </a:t>
                      </a:r>
                      <a:r>
                        <a:rPr lang="ar-SA" sz="1600" baseline="0" dirty="0"/>
                        <a:t>تحديات للمستقبل </a:t>
                      </a:r>
                      <a:r>
                        <a:rPr lang="he-IL" sz="1600" baseline="0" dirty="0"/>
                        <a:t>, </a:t>
                      </a:r>
                      <a:r>
                        <a:rPr lang="ar-SA" sz="1600" baseline="0" dirty="0"/>
                        <a:t>عبر ومفاهيم حسيّة </a:t>
                      </a:r>
                      <a:endParaRPr lang="he-IL" sz="1600" b="0" dirty="0"/>
                    </a:p>
                  </a:txBody>
                  <a:tcPr/>
                </a:tc>
                <a:tc hMerge="1">
                  <a:txBody>
                    <a:bodyPr/>
                    <a:lstStyle/>
                    <a:p>
                      <a:pPr rtl="1"/>
                      <a:endParaRPr lang="he-IL" sz="1600" b="0" dirty="0"/>
                    </a:p>
                  </a:txBody>
                  <a:tcPr/>
                </a:tc>
                <a:tc gridSpan="2">
                  <a:txBody>
                    <a:bodyPr/>
                    <a:lstStyle/>
                    <a:p>
                      <a:pPr rtl="1"/>
                      <a:r>
                        <a:rPr lang="ar-SA" sz="1600" dirty="0"/>
                        <a:t>تقديم وظيفة نظرية تلخيصية</a:t>
                      </a:r>
                      <a:r>
                        <a:rPr lang="ar-SA" sz="1600" baseline="0" dirty="0"/>
                        <a:t> </a:t>
                      </a:r>
                      <a:r>
                        <a:rPr lang="he-IL" sz="1600" dirty="0"/>
                        <a:t>, </a:t>
                      </a:r>
                      <a:r>
                        <a:rPr lang="ar-SA" sz="1600" dirty="0"/>
                        <a:t>يوميات الانعكاس الذهني</a:t>
                      </a:r>
                      <a:endParaRPr lang="he-IL" sz="1600" b="0" dirty="0"/>
                    </a:p>
                  </a:txBody>
                  <a:tcPr/>
                </a:tc>
                <a:tc hMerge="1">
                  <a:txBody>
                    <a:bodyPr/>
                    <a:lstStyle/>
                    <a:p>
                      <a:pPr rtl="1"/>
                      <a:endParaRPr lang="he-IL" sz="1600" b="0" dirty="0"/>
                    </a:p>
                  </a:txBody>
                  <a:tcPr/>
                </a:tc>
                <a:extLst>
                  <a:ext uri="{0D108BD9-81ED-4DB2-BD59-A6C34878D82A}">
                    <a16:rowId xmlns:a16="http://schemas.microsoft.com/office/drawing/2014/main" val="10001"/>
                  </a:ext>
                </a:extLst>
              </a:tr>
              <a:tr h="370840">
                <a:tc>
                  <a:txBody>
                    <a:bodyPr/>
                    <a:lstStyle/>
                    <a:p>
                      <a:pPr rtl="1"/>
                      <a:r>
                        <a:rPr lang="ar-SA" sz="1600" b="1" dirty="0"/>
                        <a:t>التجربة العملية </a:t>
                      </a:r>
                      <a:endParaRPr lang="he-IL" sz="1600" b="1" dirty="0"/>
                    </a:p>
                  </a:txBody>
                  <a:tcPr/>
                </a:tc>
                <a:tc gridSpan="3">
                  <a:txBody>
                    <a:bodyPr/>
                    <a:lstStyle/>
                    <a:p>
                      <a:pPr rtl="1"/>
                      <a:r>
                        <a:rPr lang="ar-SA" sz="1600" dirty="0"/>
                        <a:t>إنهاء </a:t>
                      </a:r>
                      <a:r>
                        <a:rPr lang="he-IL" sz="1600" dirty="0"/>
                        <a:t>60 </a:t>
                      </a:r>
                      <a:r>
                        <a:rPr lang="ar-SA" sz="1600" dirty="0"/>
                        <a:t>ساعة على الأقل تجربة عملية شخصية </a:t>
                      </a:r>
                      <a:endParaRPr lang="he-IL" sz="1600" dirty="0"/>
                    </a:p>
                    <a:p>
                      <a:pPr rtl="1"/>
                      <a:r>
                        <a:rPr lang="ar-SA" sz="1600" dirty="0"/>
                        <a:t>انهاء </a:t>
                      </a:r>
                      <a:r>
                        <a:rPr lang="he-IL" sz="1600" dirty="0"/>
                        <a:t> </a:t>
                      </a:r>
                      <a:r>
                        <a:rPr lang="ar-SA" sz="1600" dirty="0"/>
                        <a:t>9 ساعات</a:t>
                      </a:r>
                      <a:r>
                        <a:rPr lang="ar-SA" sz="1600" baseline="0" dirty="0"/>
                        <a:t> على الأقل مبادرة جماعية </a:t>
                      </a:r>
                      <a:endParaRPr lang="he-IL" sz="1600" dirty="0"/>
                    </a:p>
                  </a:txBody>
                  <a:tcPr/>
                </a:tc>
                <a:tc hMerge="1">
                  <a:txBody>
                    <a:bodyPr/>
                    <a:lstStyle/>
                    <a:p>
                      <a:pPr rtl="1"/>
                      <a:endParaRPr lang="he-IL" sz="1600" dirty="0"/>
                    </a:p>
                  </a:txBody>
                  <a:tcPr/>
                </a:tc>
                <a:tc hMerge="1">
                  <a:txBody>
                    <a:bodyPr/>
                    <a:lstStyle/>
                    <a:p>
                      <a:pPr rtl="1"/>
                      <a:endParaRPr lang="he-IL" sz="1600" dirty="0"/>
                    </a:p>
                  </a:txBody>
                  <a:tcPr/>
                </a:tc>
                <a:tc>
                  <a:txBody>
                    <a:bodyPr/>
                    <a:lstStyle/>
                    <a:p>
                      <a:pPr rtl="1"/>
                      <a:endParaRPr lang="he-IL" sz="1600" dirty="0"/>
                    </a:p>
                  </a:txBody>
                  <a:tcPr/>
                </a:tc>
                <a:extLst>
                  <a:ext uri="{0D108BD9-81ED-4DB2-BD59-A6C34878D82A}">
                    <a16:rowId xmlns:a16="http://schemas.microsoft.com/office/drawing/2014/main" val="10002"/>
                  </a:ext>
                </a:extLst>
              </a:tr>
            </a:tbl>
          </a:graphicData>
        </a:graphic>
      </p:graphicFrame>
      <p:pic>
        <p:nvPicPr>
          <p:cNvPr id="10" name="תמונה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312837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6" descr="C:\Users\user\Downloads\Untitled design (3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 y="-13108"/>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מציין מיקום תוכן 2"/>
          <p:cNvSpPr>
            <a:spLocks noGrp="1"/>
          </p:cNvSpPr>
          <p:nvPr>
            <p:ph idx="1"/>
          </p:nvPr>
        </p:nvSpPr>
        <p:spPr>
          <a:xfrm>
            <a:off x="862828" y="1484313"/>
            <a:ext cx="7931150" cy="5373687"/>
          </a:xfrm>
        </p:spPr>
        <p:txBody>
          <a:bodyPr/>
          <a:lstStyle/>
          <a:p>
            <a:pPr eaLnBrk="1" hangingPunct="1"/>
            <a:endParaRPr lang="he-IL" altLang="he-IL"/>
          </a:p>
        </p:txBody>
      </p:sp>
      <p:sp>
        <p:nvSpPr>
          <p:cNvPr id="5" name="מלבן מעוגל 4"/>
          <p:cNvSpPr/>
          <p:nvPr/>
        </p:nvSpPr>
        <p:spPr>
          <a:xfrm>
            <a:off x="892229" y="1039664"/>
            <a:ext cx="7920880" cy="432048"/>
          </a:xfrm>
          <a:prstGeom prst="roundRect">
            <a:avLst/>
          </a:prstGeom>
          <a:solidFill>
            <a:srgbClr val="EAE8D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r>
              <a:rPr lang="ar-SA" sz="2400" dirty="0">
                <a:ln>
                  <a:solidFill>
                    <a:schemeClr val="tx1"/>
                  </a:solidFill>
                </a:ln>
                <a:solidFill>
                  <a:schemeClr val="tx1"/>
                </a:solidFill>
              </a:rPr>
              <a:t>تحضير </a:t>
            </a:r>
            <a:r>
              <a:rPr lang="he-IL" sz="2400" dirty="0">
                <a:ln>
                  <a:solidFill>
                    <a:schemeClr val="tx1"/>
                  </a:solidFill>
                </a:ln>
                <a:solidFill>
                  <a:schemeClr val="tx1"/>
                </a:solidFill>
              </a:rPr>
              <a:t> - </a:t>
            </a:r>
            <a:r>
              <a:rPr lang="ar-SA" sz="2400" dirty="0">
                <a:ln>
                  <a:solidFill>
                    <a:schemeClr val="tx1"/>
                  </a:solidFill>
                </a:ln>
                <a:solidFill>
                  <a:schemeClr val="tx1"/>
                </a:solidFill>
              </a:rPr>
              <a:t>قبل التجربة العملية </a:t>
            </a:r>
            <a:endParaRPr lang="he-IL" sz="2400" dirty="0">
              <a:ln>
                <a:solidFill>
                  <a:schemeClr val="tx1"/>
                </a:solidFill>
              </a:ln>
              <a:solidFill>
                <a:schemeClr val="tx1"/>
              </a:solidFill>
            </a:endParaRPr>
          </a:p>
        </p:txBody>
      </p:sp>
      <p:sp>
        <p:nvSpPr>
          <p:cNvPr id="6" name="מלבן מעוגל 5"/>
          <p:cNvSpPr/>
          <p:nvPr/>
        </p:nvSpPr>
        <p:spPr>
          <a:xfrm>
            <a:off x="892229" y="1484260"/>
            <a:ext cx="7920037" cy="360362"/>
          </a:xfrm>
          <a:prstGeom prst="roundRect">
            <a:avLst/>
          </a:prstGeom>
          <a:solidFill>
            <a:srgbClr val="856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latin typeface="Times New Roman" pitchFamily="18" charset="0"/>
                <a:cs typeface="Times New Roman" pitchFamily="18" charset="0"/>
              </a:rPr>
              <a:t>وعي ومقدرة، اهتمامات شخصية، تعاطف</a:t>
            </a:r>
            <a:endParaRPr lang="he-IL" b="1" dirty="0">
              <a:solidFill>
                <a:schemeClr val="tx1"/>
              </a:solidFill>
              <a:latin typeface="Times New Roman" pitchFamily="18" charset="0"/>
              <a:cs typeface="Times New Roman" pitchFamily="18" charset="0"/>
            </a:endParaRPr>
          </a:p>
        </p:txBody>
      </p:sp>
      <p:sp>
        <p:nvSpPr>
          <p:cNvPr id="7" name="מלבן מעוגל 6"/>
          <p:cNvSpPr/>
          <p:nvPr/>
        </p:nvSpPr>
        <p:spPr>
          <a:xfrm>
            <a:off x="868383" y="1815140"/>
            <a:ext cx="7920037" cy="360363"/>
          </a:xfrm>
          <a:prstGeom prst="roundRect">
            <a:avLst/>
          </a:prstGeom>
          <a:solidFill>
            <a:srgbClr val="957DB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b"/>
          <a:lstStyle/>
          <a:p>
            <a:pPr algn="ctr">
              <a:defRPr/>
            </a:pPr>
            <a:r>
              <a:rPr lang="ar-SA" b="1" dirty="0">
                <a:solidFill>
                  <a:schemeClr val="tx1"/>
                </a:solidFill>
                <a:latin typeface="Times New Roman" pitchFamily="18" charset="0"/>
                <a:cs typeface="Times New Roman" pitchFamily="18" charset="0"/>
              </a:rPr>
              <a:t>ملاءمة توقعات وإبرام اتفاقية، مسح جماهيري وتقصي حاجات</a:t>
            </a:r>
            <a:endParaRPr lang="he-IL" b="1" dirty="0">
              <a:solidFill>
                <a:schemeClr val="tx1"/>
              </a:solidFill>
              <a:latin typeface="Times New Roman" pitchFamily="18" charset="0"/>
              <a:cs typeface="Times New Roman" pitchFamily="18" charset="0"/>
            </a:endParaRPr>
          </a:p>
        </p:txBody>
      </p:sp>
      <p:sp>
        <p:nvSpPr>
          <p:cNvPr id="8" name="מלבן מעוגל 7"/>
          <p:cNvSpPr/>
          <p:nvPr/>
        </p:nvSpPr>
        <p:spPr>
          <a:xfrm>
            <a:off x="868382" y="2175503"/>
            <a:ext cx="7920037" cy="360362"/>
          </a:xfrm>
          <a:prstGeom prst="roundRect">
            <a:avLst/>
          </a:prstGeom>
          <a:solidFill>
            <a:srgbClr val="A793B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rPr>
              <a:t>الدافعية </a:t>
            </a:r>
            <a:r>
              <a:rPr lang="he-IL" b="1" dirty="0">
                <a:solidFill>
                  <a:schemeClr val="tx1"/>
                </a:solidFill>
              </a:rPr>
              <a:t>– </a:t>
            </a:r>
            <a:r>
              <a:rPr lang="ar-SA" b="1" dirty="0">
                <a:solidFill>
                  <a:schemeClr val="tx1"/>
                </a:solidFill>
              </a:rPr>
              <a:t>توضيح قيم شخصية واجتماعية </a:t>
            </a:r>
            <a:endParaRPr lang="he-IL" b="1" dirty="0">
              <a:solidFill>
                <a:schemeClr val="tx1"/>
              </a:solidFill>
            </a:endParaRPr>
          </a:p>
        </p:txBody>
      </p:sp>
      <p:sp>
        <p:nvSpPr>
          <p:cNvPr id="9" name="מלבן מעוגל 8"/>
          <p:cNvSpPr/>
          <p:nvPr/>
        </p:nvSpPr>
        <p:spPr>
          <a:xfrm>
            <a:off x="868381" y="2535865"/>
            <a:ext cx="7920037" cy="360363"/>
          </a:xfrm>
          <a:prstGeom prst="roundRect">
            <a:avLst/>
          </a:prstGeom>
          <a:solidFill>
            <a:srgbClr val="B09EC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b="1" dirty="0"/>
          </a:p>
          <a:p>
            <a:pPr algn="ctr">
              <a:defRPr/>
            </a:pPr>
            <a:r>
              <a:rPr lang="ar-SA" b="1" dirty="0">
                <a:solidFill>
                  <a:schemeClr val="tx1"/>
                </a:solidFill>
                <a:latin typeface="Times New Roman" pitchFamily="18" charset="0"/>
                <a:cs typeface="Times New Roman" pitchFamily="18" charset="0"/>
              </a:rPr>
              <a:t>عرض أطر النشاط</a:t>
            </a:r>
            <a:endParaRPr lang="he-IL" b="1" dirty="0">
              <a:solidFill>
                <a:schemeClr val="tx1"/>
              </a:solidFill>
              <a:latin typeface="Times New Roman" pitchFamily="18" charset="0"/>
              <a:cs typeface="Times New Roman" pitchFamily="18" charset="0"/>
            </a:endParaRPr>
          </a:p>
          <a:p>
            <a:pPr algn="ctr">
              <a:defRPr/>
            </a:pPr>
            <a:r>
              <a:rPr lang="he-IL" dirty="0"/>
              <a:t>	</a:t>
            </a:r>
            <a:endParaRPr lang="he-IL" b="1" dirty="0"/>
          </a:p>
        </p:txBody>
      </p:sp>
      <p:sp>
        <p:nvSpPr>
          <p:cNvPr id="10" name="מלבן מעוגל 9"/>
          <p:cNvSpPr/>
          <p:nvPr/>
        </p:nvSpPr>
        <p:spPr>
          <a:xfrm>
            <a:off x="900435" y="2896228"/>
            <a:ext cx="7920037" cy="358775"/>
          </a:xfrm>
          <a:prstGeom prst="roundRect">
            <a:avLst/>
          </a:prstGeom>
          <a:solidFill>
            <a:srgbClr val="BEB0D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r>
              <a:rPr lang="he-IL" dirty="0"/>
              <a:t>	</a:t>
            </a:r>
            <a:r>
              <a:rPr lang="he-IL" dirty="0">
                <a:solidFill>
                  <a:schemeClr val="tx1"/>
                </a:solidFill>
              </a:rPr>
              <a:t>                    </a:t>
            </a:r>
            <a:r>
              <a:rPr lang="ar-SA" b="1" dirty="0">
                <a:solidFill>
                  <a:schemeClr val="tx1"/>
                </a:solidFill>
                <a:latin typeface="Times New Roman" pitchFamily="18" charset="0"/>
                <a:cs typeface="Times New Roman" pitchFamily="18" charset="0"/>
              </a:rPr>
              <a:t>عملية اتخاذ القرارات ومقاييس النجاح</a:t>
            </a:r>
            <a:endParaRPr lang="he-IL" b="1" dirty="0">
              <a:solidFill>
                <a:schemeClr val="tx1"/>
              </a:solidFill>
              <a:latin typeface="Times New Roman" pitchFamily="18" charset="0"/>
              <a:cs typeface="Times New Roman" pitchFamily="18" charset="0"/>
            </a:endParaRPr>
          </a:p>
        </p:txBody>
      </p:sp>
      <p:sp>
        <p:nvSpPr>
          <p:cNvPr id="11" name="מלבן מעוגל 10"/>
          <p:cNvSpPr/>
          <p:nvPr/>
        </p:nvSpPr>
        <p:spPr>
          <a:xfrm>
            <a:off x="873172" y="3356992"/>
            <a:ext cx="7920880" cy="360040"/>
          </a:xfrm>
          <a:prstGeom prst="roundRect">
            <a:avLst/>
          </a:prstGeom>
          <a:solidFill>
            <a:srgbClr val="EAE8D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nSpc>
                <a:spcPct val="90000"/>
              </a:lnSpc>
              <a:defRPr/>
            </a:pPr>
            <a:r>
              <a:rPr lang="ar-SA" sz="2400" dirty="0">
                <a:ln>
                  <a:solidFill>
                    <a:schemeClr val="tx1"/>
                  </a:solidFill>
                </a:ln>
                <a:solidFill>
                  <a:schemeClr val="tx1"/>
                </a:solidFill>
              </a:rPr>
              <a:t>خلال التجربة العملية</a:t>
            </a:r>
            <a:endParaRPr lang="he-IL" sz="2400" dirty="0">
              <a:ln>
                <a:solidFill>
                  <a:schemeClr val="tx1"/>
                </a:solidFill>
              </a:ln>
              <a:solidFill>
                <a:schemeClr val="tx1"/>
              </a:solidFill>
            </a:endParaRPr>
          </a:p>
        </p:txBody>
      </p:sp>
      <p:sp>
        <p:nvSpPr>
          <p:cNvPr id="12" name="מלבן מעוגל 11"/>
          <p:cNvSpPr/>
          <p:nvPr/>
        </p:nvSpPr>
        <p:spPr>
          <a:xfrm>
            <a:off x="882240" y="3696698"/>
            <a:ext cx="7920037" cy="683456"/>
          </a:xfrm>
          <a:prstGeom prst="roundRect">
            <a:avLst/>
          </a:prstGeom>
          <a:solidFill>
            <a:srgbClr val="44A9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latin typeface="Times New Roman" pitchFamily="18" charset="0"/>
                <a:cs typeface="Times New Roman" pitchFamily="18" charset="0"/>
              </a:rPr>
              <a:t>قيم اجتماعية: العطاء، الإحسان، التكافل الاجتماعي ، كرامة الإنسان، التسامح، تقبل الآخر، المسؤولية، التداخل الاجتماعي ( مع دمج المواضيع التعليمية)</a:t>
            </a:r>
            <a:endParaRPr lang="he-IL" b="1" dirty="0">
              <a:solidFill>
                <a:schemeClr val="tx1"/>
              </a:solidFill>
              <a:latin typeface="Times New Roman" pitchFamily="18" charset="0"/>
              <a:cs typeface="Times New Roman" pitchFamily="18" charset="0"/>
            </a:endParaRPr>
          </a:p>
        </p:txBody>
      </p:sp>
      <p:sp>
        <p:nvSpPr>
          <p:cNvPr id="13" name="מלבן מעוגל 12"/>
          <p:cNvSpPr/>
          <p:nvPr/>
        </p:nvSpPr>
        <p:spPr>
          <a:xfrm>
            <a:off x="868380" y="4357475"/>
            <a:ext cx="7920037" cy="360363"/>
          </a:xfrm>
          <a:prstGeom prst="roundRect">
            <a:avLst/>
          </a:prstGeom>
          <a:solidFill>
            <a:srgbClr val="6DBCD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latin typeface="Times New Roman" pitchFamily="18" charset="0"/>
                <a:cs typeface="Times New Roman" pitchFamily="18" charset="0"/>
              </a:rPr>
              <a:t>إثراء نظري (مع دمج المواضيع التعليمية)</a:t>
            </a:r>
            <a:endParaRPr lang="he-IL" b="1" dirty="0">
              <a:solidFill>
                <a:schemeClr val="tx1"/>
              </a:solidFill>
              <a:latin typeface="Times New Roman" pitchFamily="18" charset="0"/>
              <a:cs typeface="Times New Roman" pitchFamily="18" charset="0"/>
            </a:endParaRPr>
          </a:p>
        </p:txBody>
      </p:sp>
      <p:sp>
        <p:nvSpPr>
          <p:cNvPr id="14" name="מלבן מעוגל 13"/>
          <p:cNvSpPr/>
          <p:nvPr/>
        </p:nvSpPr>
        <p:spPr>
          <a:xfrm>
            <a:off x="864086" y="4688682"/>
            <a:ext cx="7920037" cy="360362"/>
          </a:xfrm>
          <a:prstGeom prst="roundRect">
            <a:avLst/>
          </a:prstGeom>
          <a:solidFill>
            <a:srgbClr val="A2D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latin typeface="Times New Roman" pitchFamily="18" charset="0"/>
                <a:cs typeface="Times New Roman" pitchFamily="18" charset="0"/>
              </a:rPr>
              <a:t>آليات لمواجهة المصاعب والصراعات</a:t>
            </a:r>
            <a:endParaRPr lang="he-IL" b="1" dirty="0">
              <a:solidFill>
                <a:schemeClr val="tx1"/>
              </a:solidFill>
              <a:latin typeface="Times New Roman" pitchFamily="18" charset="0"/>
              <a:cs typeface="Times New Roman" pitchFamily="18" charset="0"/>
            </a:endParaRPr>
          </a:p>
        </p:txBody>
      </p:sp>
      <p:sp>
        <p:nvSpPr>
          <p:cNvPr id="15" name="מלבן מעוגל 14"/>
          <p:cNvSpPr/>
          <p:nvPr/>
        </p:nvSpPr>
        <p:spPr>
          <a:xfrm>
            <a:off x="873172" y="5380675"/>
            <a:ext cx="7920880" cy="360040"/>
          </a:xfrm>
          <a:prstGeom prst="roundRect">
            <a:avLst/>
          </a:prstGeom>
          <a:solidFill>
            <a:srgbClr val="EAE8D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r>
              <a:rPr lang="ar-SA" sz="2400" dirty="0">
                <a:ln>
                  <a:solidFill>
                    <a:schemeClr val="tx1"/>
                  </a:solidFill>
                </a:ln>
                <a:solidFill>
                  <a:schemeClr val="tx1"/>
                </a:solidFill>
              </a:rPr>
              <a:t>تلخيص</a:t>
            </a:r>
            <a:r>
              <a:rPr lang="he-IL" sz="2400" dirty="0">
                <a:ln>
                  <a:solidFill>
                    <a:schemeClr val="tx1"/>
                  </a:solidFill>
                </a:ln>
                <a:solidFill>
                  <a:schemeClr val="tx1"/>
                </a:solidFill>
              </a:rPr>
              <a:t> – </a:t>
            </a:r>
            <a:r>
              <a:rPr lang="ar-SA" sz="2400" dirty="0">
                <a:ln>
                  <a:solidFill>
                    <a:schemeClr val="tx1"/>
                  </a:solidFill>
                </a:ln>
                <a:solidFill>
                  <a:schemeClr val="tx1"/>
                </a:solidFill>
              </a:rPr>
              <a:t>قبيل انتهاء التجربة العملية </a:t>
            </a:r>
            <a:endParaRPr lang="he-IL" sz="2400" dirty="0">
              <a:ln>
                <a:solidFill>
                  <a:schemeClr val="tx1"/>
                </a:solidFill>
              </a:ln>
              <a:solidFill>
                <a:schemeClr val="tx1"/>
              </a:solidFill>
            </a:endParaRPr>
          </a:p>
        </p:txBody>
      </p:sp>
      <p:sp>
        <p:nvSpPr>
          <p:cNvPr id="16" name="מלבן מעוגל 15"/>
          <p:cNvSpPr/>
          <p:nvPr/>
        </p:nvSpPr>
        <p:spPr>
          <a:xfrm>
            <a:off x="873941" y="5732463"/>
            <a:ext cx="7920037" cy="360362"/>
          </a:xfrm>
          <a:prstGeom prst="roundRect">
            <a:avLst/>
          </a:prstGeom>
          <a:solidFill>
            <a:srgbClr val="BCB38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rPr>
              <a:t>مشاركة في التجارب المختلفة</a:t>
            </a:r>
            <a:r>
              <a:rPr lang="he-IL" b="1" dirty="0">
                <a:solidFill>
                  <a:schemeClr val="tx1"/>
                </a:solidFill>
              </a:rPr>
              <a:t>, </a:t>
            </a:r>
            <a:r>
              <a:rPr lang="ar-SA" b="1" dirty="0">
                <a:solidFill>
                  <a:schemeClr val="tx1"/>
                </a:solidFill>
              </a:rPr>
              <a:t>تحديات للمستقبل</a:t>
            </a:r>
            <a:endParaRPr lang="he-IL" b="1" dirty="0">
              <a:solidFill>
                <a:schemeClr val="tx1"/>
              </a:solidFill>
            </a:endParaRPr>
          </a:p>
        </p:txBody>
      </p:sp>
      <p:sp>
        <p:nvSpPr>
          <p:cNvPr id="17" name="מלבן מעוגל 16"/>
          <p:cNvSpPr/>
          <p:nvPr/>
        </p:nvSpPr>
        <p:spPr>
          <a:xfrm>
            <a:off x="873941" y="6092825"/>
            <a:ext cx="7920037" cy="360363"/>
          </a:xfrm>
          <a:prstGeom prst="roundRect">
            <a:avLst/>
          </a:prstGeom>
          <a:solidFill>
            <a:srgbClr val="CBC4A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latin typeface="Times New Roman" pitchFamily="18" charset="0"/>
                <a:cs typeface="Times New Roman" pitchFamily="18" charset="0"/>
              </a:rPr>
              <a:t>عِـبـَر ومفاهيم حسية</a:t>
            </a:r>
            <a:endParaRPr lang="he-IL" b="1" dirty="0">
              <a:solidFill>
                <a:schemeClr val="tx1"/>
              </a:solidFill>
              <a:latin typeface="Times New Roman" pitchFamily="18" charset="0"/>
              <a:cs typeface="Times New Roman" pitchFamily="18" charset="0"/>
            </a:endParaRPr>
          </a:p>
        </p:txBody>
      </p:sp>
      <p:sp>
        <p:nvSpPr>
          <p:cNvPr id="18" name="מלבן מעוגל 17"/>
          <p:cNvSpPr/>
          <p:nvPr/>
        </p:nvSpPr>
        <p:spPr>
          <a:xfrm>
            <a:off x="873941" y="6453188"/>
            <a:ext cx="7920037" cy="360362"/>
          </a:xfrm>
          <a:prstGeom prst="roundRect">
            <a:avLst/>
          </a:prstGeom>
          <a:solidFill>
            <a:srgbClr val="D8D2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rPr>
              <a:t>مشاركة وعرض السيرورة </a:t>
            </a:r>
            <a:endParaRPr lang="he-IL" b="1" dirty="0">
              <a:solidFill>
                <a:schemeClr val="tx1"/>
              </a:solidFill>
            </a:endParaRPr>
          </a:p>
        </p:txBody>
      </p:sp>
      <p:sp>
        <p:nvSpPr>
          <p:cNvPr id="19" name="כותרת 1"/>
          <p:cNvSpPr txBox="1">
            <a:spLocks/>
          </p:cNvSpPr>
          <p:nvPr/>
        </p:nvSpPr>
        <p:spPr bwMode="auto">
          <a:xfrm>
            <a:off x="3203848" y="260648"/>
            <a:ext cx="4399919"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ctr" rtl="1" eaLnBrk="0" fontAlgn="base" hangingPunct="0">
              <a:spcBef>
                <a:spcPct val="0"/>
              </a:spcBef>
              <a:spcAft>
                <a:spcPct val="0"/>
              </a:spcAft>
              <a:defRPr sz="4400" kern="1200">
                <a:solidFill>
                  <a:schemeClr val="tx1"/>
                </a:solidFill>
                <a:latin typeface="+mj-lt"/>
                <a:ea typeface="+mj-ea"/>
                <a:cs typeface="+mj-cs"/>
              </a:defRPr>
            </a:lvl1pPr>
            <a:lvl2pPr algn="ctr" rtl="1" eaLnBrk="0" fontAlgn="base" hangingPunct="0">
              <a:spcBef>
                <a:spcPct val="0"/>
              </a:spcBef>
              <a:spcAft>
                <a:spcPct val="0"/>
              </a:spcAft>
              <a:defRPr sz="4400">
                <a:solidFill>
                  <a:schemeClr val="tx1"/>
                </a:solidFill>
                <a:latin typeface="Calibri" pitchFamily="34" charset="0"/>
                <a:cs typeface="Times New Roman" pitchFamily="18" charset="0"/>
              </a:defRPr>
            </a:lvl2pPr>
            <a:lvl3pPr algn="ctr" rtl="1" eaLnBrk="0" fontAlgn="base" hangingPunct="0">
              <a:spcBef>
                <a:spcPct val="0"/>
              </a:spcBef>
              <a:spcAft>
                <a:spcPct val="0"/>
              </a:spcAft>
              <a:defRPr sz="4400">
                <a:solidFill>
                  <a:schemeClr val="tx1"/>
                </a:solidFill>
                <a:latin typeface="Calibri" pitchFamily="34" charset="0"/>
                <a:cs typeface="Times New Roman" pitchFamily="18" charset="0"/>
              </a:defRPr>
            </a:lvl3pPr>
            <a:lvl4pPr algn="ctr" rtl="1" eaLnBrk="0" fontAlgn="base" hangingPunct="0">
              <a:spcBef>
                <a:spcPct val="0"/>
              </a:spcBef>
              <a:spcAft>
                <a:spcPct val="0"/>
              </a:spcAft>
              <a:defRPr sz="4400">
                <a:solidFill>
                  <a:schemeClr val="tx1"/>
                </a:solidFill>
                <a:latin typeface="Calibri" pitchFamily="34" charset="0"/>
                <a:cs typeface="Times New Roman" pitchFamily="18" charset="0"/>
              </a:defRPr>
            </a:lvl4pPr>
            <a:lvl5pPr algn="ctr" rtl="1" eaLnBrk="0" fontAlgn="base" hangingPunct="0">
              <a:spcBef>
                <a:spcPct val="0"/>
              </a:spcBef>
              <a:spcAft>
                <a:spcPct val="0"/>
              </a:spcAft>
              <a:defRPr sz="4400">
                <a:solidFill>
                  <a:schemeClr val="tx1"/>
                </a:solidFill>
                <a:latin typeface="Calibri" pitchFamily="34" charset="0"/>
                <a:cs typeface="Times New Roman" pitchFamily="18" charset="0"/>
              </a:defRPr>
            </a:lvl5pPr>
            <a:lvl6pPr marL="457200" algn="ctr" rtl="1" fontAlgn="base">
              <a:spcBef>
                <a:spcPct val="0"/>
              </a:spcBef>
              <a:spcAft>
                <a:spcPct val="0"/>
              </a:spcAft>
              <a:defRPr sz="4400">
                <a:solidFill>
                  <a:schemeClr val="tx1"/>
                </a:solidFill>
                <a:latin typeface="Calibri" pitchFamily="34" charset="0"/>
                <a:cs typeface="Times New Roman" pitchFamily="18" charset="0"/>
              </a:defRPr>
            </a:lvl6pPr>
            <a:lvl7pPr marL="914400" algn="ctr" rtl="1" fontAlgn="base">
              <a:spcBef>
                <a:spcPct val="0"/>
              </a:spcBef>
              <a:spcAft>
                <a:spcPct val="0"/>
              </a:spcAft>
              <a:defRPr sz="4400">
                <a:solidFill>
                  <a:schemeClr val="tx1"/>
                </a:solidFill>
                <a:latin typeface="Calibri" pitchFamily="34" charset="0"/>
                <a:cs typeface="Times New Roman" pitchFamily="18" charset="0"/>
              </a:defRPr>
            </a:lvl7pPr>
            <a:lvl8pPr marL="1371600" algn="ctr" rtl="1" fontAlgn="base">
              <a:spcBef>
                <a:spcPct val="0"/>
              </a:spcBef>
              <a:spcAft>
                <a:spcPct val="0"/>
              </a:spcAft>
              <a:defRPr sz="4400">
                <a:solidFill>
                  <a:schemeClr val="tx1"/>
                </a:solidFill>
                <a:latin typeface="Calibri" pitchFamily="34" charset="0"/>
                <a:cs typeface="Times New Roman" pitchFamily="18" charset="0"/>
              </a:defRPr>
            </a:lvl8pPr>
            <a:lvl9pPr marL="1828800" algn="ctr" rtl="1" fontAlgn="base">
              <a:spcBef>
                <a:spcPct val="0"/>
              </a:spcBef>
              <a:spcAft>
                <a:spcPct val="0"/>
              </a:spcAft>
              <a:defRPr sz="4400">
                <a:solidFill>
                  <a:schemeClr val="tx1"/>
                </a:solidFill>
                <a:latin typeface="Calibri" pitchFamily="34" charset="0"/>
                <a:cs typeface="Times New Roman" pitchFamily="18" charset="0"/>
              </a:defRPr>
            </a:lvl9pPr>
          </a:lstStyle>
          <a:p>
            <a:pPr eaLnBrk="1" fontAlgn="auto" hangingPunct="1">
              <a:spcAft>
                <a:spcPts val="0"/>
              </a:spcAft>
              <a:defRPr/>
            </a:pPr>
            <a:r>
              <a:rPr lang="ar-SA" sz="2400" b="1" dirty="0">
                <a:solidFill>
                  <a:schemeClr val="bg1"/>
                </a:solidFill>
                <a:effectLst>
                  <a:outerShdw blurRad="38100" dist="38100" dir="2700000" algn="tl">
                    <a:srgbClr val="000000">
                      <a:alpha val="43137"/>
                    </a:srgbClr>
                  </a:outerShdw>
                </a:effectLst>
                <a:latin typeface="Times New Roman" pitchFamily="18" charset="0"/>
              </a:rPr>
              <a:t>مواضيع في البرنامج للصف العاشر- </a:t>
            </a:r>
          </a:p>
          <a:p>
            <a:pPr eaLnBrk="1" fontAlgn="auto" hangingPunct="1">
              <a:spcAft>
                <a:spcPts val="0"/>
              </a:spcAft>
              <a:defRPr/>
            </a:pPr>
            <a:r>
              <a:rPr lang="ar-SA" sz="2400" b="1" dirty="0">
                <a:solidFill>
                  <a:schemeClr val="bg1"/>
                </a:solidFill>
                <a:effectLst>
                  <a:outerShdw blurRad="38100" dist="38100" dir="2700000" algn="tl">
                    <a:srgbClr val="000000">
                      <a:alpha val="43137"/>
                    </a:srgbClr>
                  </a:outerShdw>
                </a:effectLst>
                <a:latin typeface="Times New Roman" pitchFamily="18" charset="0"/>
              </a:rPr>
              <a:t>ماذا  نعمل في الدروس؟</a:t>
            </a:r>
            <a:endParaRPr lang="he-IL" sz="2400" dirty="0">
              <a:solidFill>
                <a:schemeClr val="bg1"/>
              </a:solidFill>
              <a:cs typeface="+mn-cs"/>
            </a:endParaRPr>
          </a:p>
        </p:txBody>
      </p:sp>
      <p:sp>
        <p:nvSpPr>
          <p:cNvPr id="21" name="מלבן מעוגל 20"/>
          <p:cNvSpPr/>
          <p:nvPr/>
        </p:nvSpPr>
        <p:spPr>
          <a:xfrm>
            <a:off x="852778" y="5021263"/>
            <a:ext cx="7920037" cy="360362"/>
          </a:xfrm>
          <a:prstGeom prst="roundRect">
            <a:avLst/>
          </a:prstGeom>
          <a:solidFill>
            <a:srgbClr val="A2D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r>
              <a:rPr lang="ar-SA" b="1" dirty="0">
                <a:solidFill>
                  <a:schemeClr val="tx1"/>
                </a:solidFill>
              </a:rPr>
              <a:t>جمعية نصنع  التغيير</a:t>
            </a:r>
            <a:r>
              <a:rPr lang="he-IL" b="1" dirty="0">
                <a:solidFill>
                  <a:schemeClr val="tx1"/>
                </a:solidFill>
              </a:rPr>
              <a:t>" יוצרים שינוי"</a:t>
            </a:r>
            <a:r>
              <a:rPr lang="ar-SA" b="1" dirty="0">
                <a:solidFill>
                  <a:schemeClr val="tx1"/>
                </a:solidFill>
              </a:rPr>
              <a:t> </a:t>
            </a:r>
            <a:r>
              <a:rPr lang="he-IL" b="1" dirty="0">
                <a:solidFill>
                  <a:schemeClr val="tx1"/>
                </a:solidFill>
              </a:rPr>
              <a:t>– </a:t>
            </a:r>
            <a:r>
              <a:rPr lang="ar-SA" b="1" dirty="0">
                <a:solidFill>
                  <a:schemeClr val="tx1"/>
                </a:solidFill>
              </a:rPr>
              <a:t>مثال  لمبادرات اجتماعية في جودة الحياة</a:t>
            </a:r>
            <a:endParaRPr lang="he-IL" b="1" dirty="0">
              <a:solidFill>
                <a:schemeClr val="tx1"/>
              </a:solidFill>
            </a:endParaRPr>
          </a:p>
        </p:txBody>
      </p:sp>
      <p:sp>
        <p:nvSpPr>
          <p:cNvPr id="20" name="הסבר אליפטי 19"/>
          <p:cNvSpPr/>
          <p:nvPr/>
        </p:nvSpPr>
        <p:spPr>
          <a:xfrm>
            <a:off x="395536" y="5301208"/>
            <a:ext cx="2016224" cy="1488011"/>
          </a:xfrm>
          <a:prstGeom prst="wedgeEllipseCallout">
            <a:avLst>
              <a:gd name="adj1" fmla="val -50803"/>
              <a:gd name="adj2" fmla="val 54859"/>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t>ما هو أكثر شيء يهمكم </a:t>
            </a:r>
            <a:r>
              <a:rPr lang="he-IL" dirty="0"/>
              <a:t>?</a:t>
            </a:r>
          </a:p>
          <a:p>
            <a:pPr algn="ctr"/>
            <a:endParaRPr lang="he-IL" dirty="0"/>
          </a:p>
        </p:txBody>
      </p:sp>
      <p:pic>
        <p:nvPicPr>
          <p:cNvPr id="24" name="תמונה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1"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כותרת 1"/>
          <p:cNvSpPr>
            <a:spLocks noGrp="1"/>
          </p:cNvSpPr>
          <p:nvPr>
            <p:ph type="title"/>
          </p:nvPr>
        </p:nvSpPr>
        <p:spPr>
          <a:xfrm>
            <a:off x="2484363" y="188912"/>
            <a:ext cx="6203032" cy="1143000"/>
          </a:xfrm>
        </p:spPr>
        <p:txBody>
          <a:bodyPr rtlCol="1">
            <a:normAutofit/>
          </a:bodyPr>
          <a:lstStyle/>
          <a:p>
            <a:pPr eaLnBrk="1" fontAlgn="auto" hangingPunct="1">
              <a:spcAft>
                <a:spcPts val="0"/>
              </a:spcAft>
              <a:defRPr/>
            </a:pPr>
            <a:r>
              <a:rPr lang="ar-SA" sz="4000" b="1" dirty="0">
                <a:solidFill>
                  <a:schemeClr val="bg1"/>
                </a:solidFill>
                <a:effectLst>
                  <a:outerShdw blurRad="38100" dist="38100" dir="2700000" algn="tl">
                    <a:srgbClr val="000000">
                      <a:alpha val="43137"/>
                    </a:srgbClr>
                  </a:outerShdw>
                </a:effectLst>
                <a:latin typeface="Times New Roman" pitchFamily="18" charset="0"/>
              </a:rPr>
              <a:t>معايـيـر التجربة العملية الشخصي</a:t>
            </a:r>
            <a:endParaRPr lang="he-IL" sz="4000" dirty="0">
              <a:solidFill>
                <a:schemeClr val="bg1"/>
              </a:solidFill>
              <a:cs typeface="+mn-cs"/>
            </a:endParaRPr>
          </a:p>
        </p:txBody>
      </p:sp>
      <p:sp>
        <p:nvSpPr>
          <p:cNvPr id="12291" name="מציין מיקום תוכן 2"/>
          <p:cNvSpPr>
            <a:spLocks noGrp="1"/>
          </p:cNvSpPr>
          <p:nvPr>
            <p:ph idx="1"/>
          </p:nvPr>
        </p:nvSpPr>
        <p:spPr>
          <a:xfrm>
            <a:off x="1764332" y="1628800"/>
            <a:ext cx="5904012" cy="4392613"/>
          </a:xfrm>
        </p:spPr>
        <p:txBody>
          <a:bodyPr/>
          <a:lstStyle/>
          <a:p>
            <a:pPr marL="0" indent="0" eaLnBrk="1" hangingPunct="1">
              <a:buFont typeface="Arial" pitchFamily="34" charset="0"/>
              <a:buNone/>
            </a:pPr>
            <a:endParaRPr lang="he-IL" altLang="he-IL"/>
          </a:p>
        </p:txBody>
      </p:sp>
      <p:sp>
        <p:nvSpPr>
          <p:cNvPr id="4" name="מלבן עם פינה יחידה חתוכה ומעוגלת 3"/>
          <p:cNvSpPr/>
          <p:nvPr/>
        </p:nvSpPr>
        <p:spPr>
          <a:xfrm>
            <a:off x="6517406" y="1700238"/>
            <a:ext cx="1150938" cy="4105275"/>
          </a:xfrm>
          <a:prstGeom prst="snipRoundRect">
            <a:avLst/>
          </a:prstGeom>
          <a:solidFill>
            <a:srgbClr val="CEC8A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5" name="מלבן עם פינה יחידה חתוכה ומעוגלת 4"/>
          <p:cNvSpPr/>
          <p:nvPr/>
        </p:nvSpPr>
        <p:spPr>
          <a:xfrm>
            <a:off x="5436319" y="1700238"/>
            <a:ext cx="1152525" cy="4105275"/>
          </a:xfrm>
          <a:prstGeom prst="snip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7" name="מלבן עם פינה יחידה חתוכה ומעוגלת 6"/>
          <p:cNvSpPr/>
          <p:nvPr/>
        </p:nvSpPr>
        <p:spPr>
          <a:xfrm>
            <a:off x="4251137" y="1689580"/>
            <a:ext cx="1152525" cy="4105275"/>
          </a:xfrm>
          <a:prstGeom prst="snipRoundRect">
            <a:avLst/>
          </a:prstGeom>
          <a:solidFill>
            <a:srgbClr val="CEC8A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8" name="מלבן עם פינה יחידה חתוכה ומעוגלת 7"/>
          <p:cNvSpPr/>
          <p:nvPr/>
        </p:nvSpPr>
        <p:spPr>
          <a:xfrm>
            <a:off x="3098612" y="1700238"/>
            <a:ext cx="1152525" cy="4105275"/>
          </a:xfrm>
          <a:prstGeom prst="snip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9" name="מלבן עם פינה יחידה חתוכה ומעוגלת 8"/>
          <p:cNvSpPr/>
          <p:nvPr/>
        </p:nvSpPr>
        <p:spPr>
          <a:xfrm>
            <a:off x="1908894" y="1700238"/>
            <a:ext cx="1150938" cy="4105275"/>
          </a:xfrm>
          <a:prstGeom prst="snip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5" name="TextBox 14"/>
          <p:cNvSpPr txBox="1"/>
          <p:nvPr/>
        </p:nvSpPr>
        <p:spPr>
          <a:xfrm>
            <a:off x="6588844" y="2925788"/>
            <a:ext cx="1079500" cy="2120068"/>
          </a:xfrm>
          <a:prstGeom prst="rect">
            <a:avLst/>
          </a:prstGeom>
          <a:noFill/>
        </p:spPr>
        <p:txBody>
          <a:bodyPr rtlCol="1">
            <a:spAutoFit/>
          </a:bodyPr>
          <a:lstStyle/>
          <a:p>
            <a:pPr algn="ctr">
              <a:lnSpc>
                <a:spcPct val="150000"/>
              </a:lnSpc>
              <a:defRPr/>
            </a:pPr>
            <a:r>
              <a:rPr lang="ar-SA" b="1" dirty="0">
                <a:solidFill>
                  <a:schemeClr val="tx1">
                    <a:lumMod val="85000"/>
                    <a:lumOff val="15000"/>
                  </a:schemeClr>
                </a:solidFill>
                <a:latin typeface="Times New Roman" pitchFamily="18" charset="0"/>
                <a:cs typeface="Times New Roman" pitchFamily="18" charset="0"/>
              </a:rPr>
              <a:t>إسهام للآخر ( على أن لا يكون أحد أفـراد العائلة  )</a:t>
            </a:r>
            <a:endParaRPr lang="he-IL" b="1" dirty="0">
              <a:solidFill>
                <a:schemeClr val="tx1">
                  <a:lumMod val="85000"/>
                  <a:lumOff val="15000"/>
                </a:schemeClr>
              </a:solidFill>
              <a:latin typeface="Times New Roman" pitchFamily="18" charset="0"/>
              <a:cs typeface="Times New Roman" pitchFamily="18" charset="0"/>
            </a:endParaRPr>
          </a:p>
        </p:txBody>
      </p:sp>
      <p:sp>
        <p:nvSpPr>
          <p:cNvPr id="16" name="TextBox 15"/>
          <p:cNvSpPr txBox="1"/>
          <p:nvPr/>
        </p:nvSpPr>
        <p:spPr>
          <a:xfrm>
            <a:off x="5580781" y="2925788"/>
            <a:ext cx="936625" cy="646331"/>
          </a:xfrm>
          <a:prstGeom prst="rect">
            <a:avLst/>
          </a:prstGeom>
          <a:noFill/>
        </p:spPr>
        <p:txBody>
          <a:bodyPr rtlCol="1">
            <a:spAutoFit/>
          </a:bodyPr>
          <a:lstStyle/>
          <a:p>
            <a:pPr algn="ctr"/>
            <a:r>
              <a:rPr lang="ar-SA" b="1" dirty="0">
                <a:solidFill>
                  <a:schemeClr val="tx1">
                    <a:lumMod val="85000"/>
                    <a:lumOff val="15000"/>
                  </a:schemeClr>
                </a:solidFill>
                <a:latin typeface="Times New Roman" pitchFamily="18" charset="0"/>
                <a:cs typeface="Times New Roman" pitchFamily="18" charset="0"/>
              </a:rPr>
              <a:t>بلا مردود مادي</a:t>
            </a:r>
            <a:endParaRPr lang="he-IL" b="1" dirty="0">
              <a:solidFill>
                <a:schemeClr val="tx1">
                  <a:lumMod val="85000"/>
                  <a:lumOff val="15000"/>
                </a:schemeClr>
              </a:solidFill>
              <a:latin typeface="Times New Roman" pitchFamily="18" charset="0"/>
              <a:cs typeface="Times New Roman" pitchFamily="18" charset="0"/>
            </a:endParaRPr>
          </a:p>
        </p:txBody>
      </p:sp>
      <p:sp>
        <p:nvSpPr>
          <p:cNvPr id="19" name="TextBox 18"/>
          <p:cNvSpPr txBox="1"/>
          <p:nvPr/>
        </p:nvSpPr>
        <p:spPr>
          <a:xfrm>
            <a:off x="4315097" y="2932365"/>
            <a:ext cx="1009650" cy="1754326"/>
          </a:xfrm>
          <a:prstGeom prst="rect">
            <a:avLst/>
          </a:prstGeom>
          <a:noFill/>
        </p:spPr>
        <p:txBody>
          <a:bodyPr rtlCol="1">
            <a:spAutoFit/>
          </a:bodyPr>
          <a:lstStyle/>
          <a:p>
            <a:pPr algn="ctr"/>
            <a:r>
              <a:rPr lang="ar-SA" b="1" dirty="0">
                <a:solidFill>
                  <a:schemeClr val="tx1">
                    <a:lumMod val="85000"/>
                    <a:lumOff val="15000"/>
                  </a:schemeClr>
                </a:solidFill>
                <a:latin typeface="Times New Roman" pitchFamily="18" charset="0"/>
                <a:cs typeface="Times New Roman" pitchFamily="18" charset="0"/>
              </a:rPr>
              <a:t>تسلسل من الفعاليات/ نشاطات ، علاقة متواصلة ومواظبة </a:t>
            </a:r>
            <a:endParaRPr lang="he-IL" b="1" dirty="0">
              <a:solidFill>
                <a:schemeClr val="tx1">
                  <a:lumMod val="85000"/>
                  <a:lumOff val="15000"/>
                </a:schemeClr>
              </a:solidFill>
              <a:latin typeface="Times New Roman" pitchFamily="18" charset="0"/>
              <a:cs typeface="Times New Roman" pitchFamily="18" charset="0"/>
            </a:endParaRPr>
          </a:p>
        </p:txBody>
      </p:sp>
      <p:sp>
        <p:nvSpPr>
          <p:cNvPr id="12304" name="TextBox 20"/>
          <p:cNvSpPr txBox="1">
            <a:spLocks noChangeArrowheads="1"/>
          </p:cNvSpPr>
          <p:nvPr/>
        </p:nvSpPr>
        <p:spPr bwMode="auto">
          <a:xfrm>
            <a:off x="1043706" y="2925788"/>
            <a:ext cx="865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cs typeface="Arial"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cs typeface="Arial"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cs typeface="Arial"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cs typeface="Arial"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cs typeface="Arial"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9pPr>
          </a:lstStyle>
          <a:p>
            <a:pPr eaLnBrk="1" hangingPunct="1">
              <a:spcBef>
                <a:spcPct val="0"/>
              </a:spcBef>
              <a:buFontTx/>
              <a:buNone/>
            </a:pPr>
            <a:endParaRPr lang="he-IL" altLang="he-IL" sz="1800">
              <a:latin typeface="Arial" pitchFamily="34" charset="0"/>
            </a:endParaRPr>
          </a:p>
        </p:txBody>
      </p:sp>
      <p:sp>
        <p:nvSpPr>
          <p:cNvPr id="22" name="TextBox 21"/>
          <p:cNvSpPr txBox="1"/>
          <p:nvPr/>
        </p:nvSpPr>
        <p:spPr>
          <a:xfrm>
            <a:off x="1897063" y="2940529"/>
            <a:ext cx="1152525" cy="1754326"/>
          </a:xfrm>
          <a:prstGeom prst="rect">
            <a:avLst/>
          </a:prstGeom>
          <a:noFill/>
        </p:spPr>
        <p:txBody>
          <a:bodyPr rtlCol="1">
            <a:spAutoFit/>
          </a:bodyPr>
          <a:lstStyle/>
          <a:p>
            <a:pPr algn="ctr">
              <a:defRPr/>
            </a:pPr>
            <a:r>
              <a:rPr lang="ar-SA" b="1" dirty="0">
                <a:solidFill>
                  <a:schemeClr val="tx1">
                    <a:lumMod val="85000"/>
                    <a:lumOff val="15000"/>
                  </a:schemeClr>
                </a:solidFill>
              </a:rPr>
              <a:t>تحضير يوميات مسار شخصي للتجربة العملية</a:t>
            </a:r>
            <a:endParaRPr lang="he-IL" dirty="0">
              <a:solidFill>
                <a:schemeClr val="tx1">
                  <a:lumMod val="85000"/>
                  <a:lumOff val="15000"/>
                </a:schemeClr>
              </a:solidFill>
            </a:endParaRPr>
          </a:p>
        </p:txBody>
      </p:sp>
      <p:sp>
        <p:nvSpPr>
          <p:cNvPr id="23" name="TextBox 22"/>
          <p:cNvSpPr txBox="1"/>
          <p:nvPr/>
        </p:nvSpPr>
        <p:spPr>
          <a:xfrm>
            <a:off x="3203848" y="2924944"/>
            <a:ext cx="1079500" cy="1754326"/>
          </a:xfrm>
          <a:prstGeom prst="rect">
            <a:avLst/>
          </a:prstGeom>
          <a:noFill/>
        </p:spPr>
        <p:txBody>
          <a:bodyPr rtlCol="1">
            <a:spAutoFit/>
          </a:bodyPr>
          <a:lstStyle/>
          <a:p>
            <a:pPr algn="ctr"/>
            <a:r>
              <a:rPr lang="ar-SA" b="1" dirty="0">
                <a:solidFill>
                  <a:schemeClr val="tx1">
                    <a:lumMod val="85000"/>
                    <a:lumOff val="15000"/>
                  </a:schemeClr>
                </a:solidFill>
                <a:latin typeface="Times New Roman" pitchFamily="18" charset="0"/>
                <a:cs typeface="Times New Roman" pitchFamily="18" charset="0"/>
              </a:rPr>
              <a:t>تأهيل الطالب للوظيفة في مكان التجربة العملية</a:t>
            </a:r>
            <a:endParaRPr lang="he-IL" dirty="0">
              <a:solidFill>
                <a:schemeClr val="tx1">
                  <a:lumMod val="85000"/>
                  <a:lumOff val="15000"/>
                </a:schemeClr>
              </a:solidFill>
              <a:latin typeface="Times New Roman" pitchFamily="18" charset="0"/>
              <a:cs typeface="Times New Roman" pitchFamily="18" charset="0"/>
            </a:endParaRPr>
          </a:p>
        </p:txBody>
      </p:sp>
      <p:pic>
        <p:nvPicPr>
          <p:cNvPr id="20" name="תמונה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2"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כותרת 1"/>
          <p:cNvSpPr>
            <a:spLocks noGrp="1"/>
          </p:cNvSpPr>
          <p:nvPr>
            <p:ph type="title"/>
          </p:nvPr>
        </p:nvSpPr>
        <p:spPr>
          <a:xfrm>
            <a:off x="2555776" y="116632"/>
            <a:ext cx="6131024" cy="1143000"/>
          </a:xfrm>
        </p:spPr>
        <p:txBody>
          <a:bodyPr rtlCol="1">
            <a:normAutofit/>
          </a:bodyPr>
          <a:lstStyle/>
          <a:p>
            <a:pPr eaLnBrk="1" fontAlgn="auto" hangingPunct="1">
              <a:spcAft>
                <a:spcPts val="0"/>
              </a:spcAft>
              <a:defRPr/>
            </a:pPr>
            <a:r>
              <a:rPr lang="ar-SA" sz="4000" b="1" dirty="0">
                <a:solidFill>
                  <a:schemeClr val="bg1"/>
                </a:solidFill>
                <a:effectLst>
                  <a:outerShdw blurRad="38100" dist="38100" dir="2700000" algn="tl">
                    <a:srgbClr val="000000">
                      <a:alpha val="43137"/>
                    </a:srgbClr>
                  </a:outerShdw>
                </a:effectLst>
                <a:latin typeface="Times New Roman" pitchFamily="18" charset="0"/>
              </a:rPr>
              <a:t>معايـيـر للتجربة العملية الشخصية </a:t>
            </a:r>
            <a:endParaRPr lang="he-IL" sz="4000" dirty="0">
              <a:solidFill>
                <a:schemeClr val="bg1"/>
              </a:solidFill>
              <a:cs typeface="+mn-cs"/>
            </a:endParaRPr>
          </a:p>
        </p:txBody>
      </p:sp>
      <p:sp>
        <p:nvSpPr>
          <p:cNvPr id="4" name="מלבן עם פינה יחידה חתוכה ומעוגלת 3"/>
          <p:cNvSpPr/>
          <p:nvPr/>
        </p:nvSpPr>
        <p:spPr>
          <a:xfrm>
            <a:off x="6525517" y="1700807"/>
            <a:ext cx="1079500" cy="2376265"/>
          </a:xfrm>
          <a:prstGeom prst="snipRoundRect">
            <a:avLst/>
          </a:prstGeom>
          <a:solidFill>
            <a:srgbClr val="CEC8A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5" name="מלבן עם פינה יחידה חתוכה ומעוגלת 4"/>
          <p:cNvSpPr/>
          <p:nvPr/>
        </p:nvSpPr>
        <p:spPr>
          <a:xfrm>
            <a:off x="5444529" y="1700807"/>
            <a:ext cx="1080988" cy="2376265"/>
          </a:xfrm>
          <a:prstGeom prst="snip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7" name="מלבן עם פינה יחידה חתוכה ומעוגלת 6"/>
          <p:cNvSpPr/>
          <p:nvPr/>
        </p:nvSpPr>
        <p:spPr>
          <a:xfrm>
            <a:off x="4259347" y="1690149"/>
            <a:ext cx="1080988" cy="2376265"/>
          </a:xfrm>
          <a:prstGeom prst="snipRoundRect">
            <a:avLst/>
          </a:prstGeom>
          <a:solidFill>
            <a:srgbClr val="CEC8A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8" name="מלבן עם פינה יחידה חתוכה ומעוגלת 7"/>
          <p:cNvSpPr/>
          <p:nvPr/>
        </p:nvSpPr>
        <p:spPr>
          <a:xfrm>
            <a:off x="3106822" y="1700807"/>
            <a:ext cx="1080988" cy="2376265"/>
          </a:xfrm>
          <a:prstGeom prst="snip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9" name="מלבן עם פינה יחידה חתוכה ומעוגלת 8"/>
          <p:cNvSpPr/>
          <p:nvPr/>
        </p:nvSpPr>
        <p:spPr>
          <a:xfrm>
            <a:off x="1917005" y="1700807"/>
            <a:ext cx="1079500" cy="2376265"/>
          </a:xfrm>
          <a:prstGeom prst="snip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5" name="TextBox 14"/>
          <p:cNvSpPr txBox="1"/>
          <p:nvPr/>
        </p:nvSpPr>
        <p:spPr>
          <a:xfrm>
            <a:off x="6588224" y="1916832"/>
            <a:ext cx="1079500" cy="2120068"/>
          </a:xfrm>
          <a:prstGeom prst="rect">
            <a:avLst/>
          </a:prstGeom>
          <a:noFill/>
        </p:spPr>
        <p:txBody>
          <a:bodyPr rtlCol="1">
            <a:spAutoFit/>
          </a:bodyPr>
          <a:lstStyle/>
          <a:p>
            <a:pPr algn="ctr">
              <a:lnSpc>
                <a:spcPct val="150000"/>
              </a:lnSpc>
              <a:defRPr/>
            </a:pPr>
            <a:r>
              <a:rPr lang="ar-SA" b="1" dirty="0">
                <a:solidFill>
                  <a:schemeClr val="tx1">
                    <a:lumMod val="85000"/>
                    <a:lumOff val="15000"/>
                  </a:schemeClr>
                </a:solidFill>
                <a:latin typeface="Times New Roman" pitchFamily="18" charset="0"/>
                <a:cs typeface="Times New Roman" pitchFamily="18" charset="0"/>
              </a:rPr>
              <a:t>إسهام للآخر ( على أن لا يكون أحد أفـراد الأسرة )</a:t>
            </a:r>
            <a:endParaRPr lang="he-IL" b="1" dirty="0">
              <a:solidFill>
                <a:schemeClr val="tx1">
                  <a:lumMod val="85000"/>
                  <a:lumOff val="15000"/>
                </a:schemeClr>
              </a:solidFill>
              <a:latin typeface="Times New Roman" pitchFamily="18" charset="0"/>
              <a:cs typeface="Times New Roman" pitchFamily="18" charset="0"/>
            </a:endParaRPr>
          </a:p>
        </p:txBody>
      </p:sp>
      <p:sp>
        <p:nvSpPr>
          <p:cNvPr id="16" name="TextBox 15"/>
          <p:cNvSpPr txBox="1"/>
          <p:nvPr/>
        </p:nvSpPr>
        <p:spPr>
          <a:xfrm>
            <a:off x="5580781" y="2395017"/>
            <a:ext cx="936625" cy="646331"/>
          </a:xfrm>
          <a:prstGeom prst="rect">
            <a:avLst/>
          </a:prstGeom>
          <a:noFill/>
        </p:spPr>
        <p:txBody>
          <a:bodyPr rtlCol="1">
            <a:spAutoFit/>
          </a:bodyPr>
          <a:lstStyle/>
          <a:p>
            <a:pPr algn="ctr"/>
            <a:r>
              <a:rPr lang="ar-SA" b="1" dirty="0">
                <a:solidFill>
                  <a:schemeClr val="tx1">
                    <a:lumMod val="85000"/>
                    <a:lumOff val="15000"/>
                  </a:schemeClr>
                </a:solidFill>
                <a:latin typeface="Times New Roman" pitchFamily="18" charset="0"/>
                <a:cs typeface="Times New Roman" pitchFamily="18" charset="0"/>
              </a:rPr>
              <a:t>بلا مردود مادي</a:t>
            </a:r>
            <a:endParaRPr lang="he-IL" b="1" dirty="0">
              <a:solidFill>
                <a:schemeClr val="tx1">
                  <a:lumMod val="85000"/>
                  <a:lumOff val="15000"/>
                </a:schemeClr>
              </a:solidFill>
              <a:latin typeface="Times New Roman" pitchFamily="18" charset="0"/>
              <a:cs typeface="Times New Roman" pitchFamily="18" charset="0"/>
            </a:endParaRPr>
          </a:p>
        </p:txBody>
      </p:sp>
      <p:sp>
        <p:nvSpPr>
          <p:cNvPr id="19" name="TextBox 18"/>
          <p:cNvSpPr txBox="1"/>
          <p:nvPr/>
        </p:nvSpPr>
        <p:spPr>
          <a:xfrm>
            <a:off x="4315097" y="2401594"/>
            <a:ext cx="1009650" cy="1200329"/>
          </a:xfrm>
          <a:prstGeom prst="rect">
            <a:avLst/>
          </a:prstGeom>
          <a:noFill/>
        </p:spPr>
        <p:txBody>
          <a:bodyPr rtlCol="1">
            <a:spAutoFit/>
          </a:bodyPr>
          <a:lstStyle/>
          <a:p>
            <a:pPr algn="ctr"/>
            <a:r>
              <a:rPr lang="ar-SA" b="1" dirty="0">
                <a:solidFill>
                  <a:schemeClr val="tx1">
                    <a:lumMod val="85000"/>
                    <a:lumOff val="15000"/>
                  </a:schemeClr>
                </a:solidFill>
                <a:latin typeface="Times New Roman" pitchFamily="18" charset="0"/>
                <a:cs typeface="Times New Roman" pitchFamily="18" charset="0"/>
              </a:rPr>
              <a:t>تسلسل من الفعاليات، علاقة متواصلة</a:t>
            </a:r>
            <a:endParaRPr lang="he-IL" b="1" dirty="0">
              <a:solidFill>
                <a:schemeClr val="tx1">
                  <a:lumMod val="85000"/>
                  <a:lumOff val="15000"/>
                </a:schemeClr>
              </a:solidFill>
              <a:latin typeface="Times New Roman" pitchFamily="18" charset="0"/>
              <a:cs typeface="Times New Roman" pitchFamily="18" charset="0"/>
            </a:endParaRPr>
          </a:p>
        </p:txBody>
      </p:sp>
      <p:sp>
        <p:nvSpPr>
          <p:cNvPr id="12304" name="TextBox 20"/>
          <p:cNvSpPr txBox="1">
            <a:spLocks noChangeArrowheads="1"/>
          </p:cNvSpPr>
          <p:nvPr/>
        </p:nvSpPr>
        <p:spPr bwMode="auto">
          <a:xfrm>
            <a:off x="1043706" y="2395017"/>
            <a:ext cx="865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cs typeface="Arial"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cs typeface="Arial"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cs typeface="Arial"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cs typeface="Arial"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cs typeface="Arial"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9pPr>
          </a:lstStyle>
          <a:p>
            <a:pPr eaLnBrk="1" hangingPunct="1">
              <a:spcBef>
                <a:spcPct val="0"/>
              </a:spcBef>
              <a:buFontTx/>
              <a:buNone/>
            </a:pPr>
            <a:endParaRPr lang="he-IL" altLang="he-IL" sz="1800">
              <a:latin typeface="Arial" pitchFamily="34" charset="0"/>
            </a:endParaRPr>
          </a:p>
        </p:txBody>
      </p:sp>
      <p:sp>
        <p:nvSpPr>
          <p:cNvPr id="22" name="TextBox 21"/>
          <p:cNvSpPr txBox="1"/>
          <p:nvPr/>
        </p:nvSpPr>
        <p:spPr>
          <a:xfrm>
            <a:off x="1907704" y="2060848"/>
            <a:ext cx="1152525" cy="1754326"/>
          </a:xfrm>
          <a:prstGeom prst="rect">
            <a:avLst/>
          </a:prstGeom>
          <a:noFill/>
        </p:spPr>
        <p:txBody>
          <a:bodyPr rtlCol="1">
            <a:spAutoFit/>
          </a:bodyPr>
          <a:lstStyle/>
          <a:p>
            <a:pPr algn="ctr">
              <a:defRPr/>
            </a:pPr>
            <a:r>
              <a:rPr lang="ar-SA" b="1" dirty="0">
                <a:solidFill>
                  <a:schemeClr val="tx1">
                    <a:lumMod val="85000"/>
                    <a:lumOff val="15000"/>
                  </a:schemeClr>
                </a:solidFill>
              </a:rPr>
              <a:t>تحضير يوميات مسار شخصي للتجربة العملية</a:t>
            </a:r>
            <a:endParaRPr lang="he-IL" dirty="0">
              <a:solidFill>
                <a:schemeClr val="tx1">
                  <a:lumMod val="85000"/>
                  <a:lumOff val="15000"/>
                </a:schemeClr>
              </a:solidFill>
            </a:endParaRPr>
          </a:p>
        </p:txBody>
      </p:sp>
      <p:sp>
        <p:nvSpPr>
          <p:cNvPr id="23" name="TextBox 22"/>
          <p:cNvSpPr txBox="1"/>
          <p:nvPr/>
        </p:nvSpPr>
        <p:spPr>
          <a:xfrm>
            <a:off x="3059832" y="2060848"/>
            <a:ext cx="1079500" cy="1754326"/>
          </a:xfrm>
          <a:prstGeom prst="rect">
            <a:avLst/>
          </a:prstGeom>
          <a:noFill/>
        </p:spPr>
        <p:txBody>
          <a:bodyPr rtlCol="1">
            <a:spAutoFit/>
          </a:bodyPr>
          <a:lstStyle/>
          <a:p>
            <a:pPr algn="ctr"/>
            <a:r>
              <a:rPr lang="ar-SA" b="1" dirty="0">
                <a:solidFill>
                  <a:schemeClr val="tx1">
                    <a:lumMod val="85000"/>
                    <a:lumOff val="15000"/>
                  </a:schemeClr>
                </a:solidFill>
                <a:latin typeface="Times New Roman" pitchFamily="18" charset="0"/>
                <a:cs typeface="Times New Roman" pitchFamily="18" charset="0"/>
              </a:rPr>
              <a:t>تأهيل الطالب للوظيفة في مكان التجربة العملية</a:t>
            </a:r>
            <a:endParaRPr lang="he-IL" dirty="0">
              <a:solidFill>
                <a:schemeClr val="tx1">
                  <a:lumMod val="85000"/>
                  <a:lumOff val="15000"/>
                </a:schemeClr>
              </a:solidFill>
              <a:latin typeface="Times New Roman" pitchFamily="18" charset="0"/>
              <a:cs typeface="Times New Roman" pitchFamily="18" charset="0"/>
            </a:endParaRPr>
          </a:p>
        </p:txBody>
      </p:sp>
      <p:sp>
        <p:nvSpPr>
          <p:cNvPr id="6" name="TextBox 5"/>
          <p:cNvSpPr txBox="1"/>
          <p:nvPr/>
        </p:nvSpPr>
        <p:spPr>
          <a:xfrm>
            <a:off x="323528" y="4365104"/>
            <a:ext cx="8330440" cy="2247424"/>
          </a:xfrm>
          <a:prstGeom prst="round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r>
              <a:rPr lang="ar-SA" b="1" dirty="0"/>
              <a:t>للمربي </a:t>
            </a:r>
            <a:r>
              <a:rPr lang="he-IL" b="1" dirty="0"/>
              <a:t>, </a:t>
            </a:r>
            <a:r>
              <a:rPr lang="ar-SA" dirty="0"/>
              <a:t>من المهم التشديد على أماكن التجربة العملية </a:t>
            </a:r>
            <a:r>
              <a:rPr lang="ar-SA" dirty="0">
                <a:hlinkClick r:id="rId3"/>
              </a:rPr>
              <a:t>حسب أنظمة المصادقة والتنظيم (</a:t>
            </a:r>
            <a:r>
              <a:rPr lang="he-IL" dirty="0">
                <a:hlinkClick r:id="rId3"/>
              </a:rPr>
              <a:t>נוהל הסדרה)</a:t>
            </a:r>
            <a:r>
              <a:rPr lang="ar-SA" dirty="0">
                <a:hlinkClick r:id="rId3"/>
              </a:rPr>
              <a:t> </a:t>
            </a:r>
            <a:r>
              <a:rPr lang="ar-SA" dirty="0"/>
              <a:t>للطلاب مسموح العمل فقط حسب هذه الأنظمة.</a:t>
            </a:r>
            <a:endParaRPr lang="he-IL" dirty="0"/>
          </a:p>
          <a:p>
            <a:r>
              <a:rPr lang="ar-SA" dirty="0"/>
              <a:t>الطالب  الذي لا يجد </a:t>
            </a:r>
            <a:r>
              <a:rPr lang="ar-SA" dirty="0" err="1"/>
              <a:t>إهتمامًا</a:t>
            </a:r>
            <a:r>
              <a:rPr lang="ar-SA" dirty="0"/>
              <a:t>  بأماكن التجربة  التي عرضها مركز التداخل الاجتماعي يستطيع  أن يقدم اقتراحا لتجربة قريبة من قلبه ( يهتم في المجال) ، بشرط أن </a:t>
            </a:r>
            <a:r>
              <a:rPr lang="ar-SA" dirty="0" err="1"/>
              <a:t>أن</a:t>
            </a:r>
            <a:r>
              <a:rPr lang="ar-SA" dirty="0"/>
              <a:t> يستوفي جميع المعايير وأن يحصل على موافقة مركز التداخل الاجتماعي ومركز التطوع البلدي </a:t>
            </a:r>
            <a:endParaRPr lang="he-IL" dirty="0"/>
          </a:p>
          <a:p>
            <a:r>
              <a:rPr lang="ar-SA" b="1" dirty="0"/>
              <a:t>يشجع البرنامج المبادرة الشخصية واختيار أماكن التجربة العملية  ، مع  الالتزام بالتعليمات للمحافظة  على الأمان للحصول على شهادة </a:t>
            </a:r>
            <a:r>
              <a:rPr lang="ar-SA" b="1" dirty="0" err="1"/>
              <a:t>البجروت</a:t>
            </a:r>
            <a:r>
              <a:rPr lang="en-US" b="1" dirty="0"/>
              <a:t>.</a:t>
            </a:r>
            <a:endParaRPr lang="he-IL" b="1" dirty="0"/>
          </a:p>
        </p:txBody>
      </p:sp>
      <p:sp>
        <p:nvSpPr>
          <p:cNvPr id="18" name="TextBox 17"/>
          <p:cNvSpPr txBox="1"/>
          <p:nvPr/>
        </p:nvSpPr>
        <p:spPr>
          <a:xfrm>
            <a:off x="603349" y="311150"/>
            <a:ext cx="1631950" cy="707886"/>
          </a:xfrm>
          <a:prstGeom prst="rect">
            <a:avLst/>
          </a:prstGeom>
          <a:noFill/>
        </p:spPr>
        <p:txBody>
          <a:bodyPr wrap="square">
            <a:spAutoFit/>
          </a:bodyPr>
          <a:lstStyle/>
          <a:p>
            <a:pPr algn="ctr">
              <a:defRPr/>
            </a:pPr>
            <a:r>
              <a:rPr lang="he-IL" sz="1000" b="1" dirty="0">
                <a:solidFill>
                  <a:schemeClr val="tx1">
                    <a:lumMod val="65000"/>
                    <a:lumOff val="35000"/>
                  </a:schemeClr>
                </a:solidFill>
                <a:latin typeface="Gisha" panose="020B0502040204020203" pitchFamily="34" charset="-79"/>
                <a:cs typeface="Gisha" panose="020B0502040204020203" pitchFamily="34" charset="-79"/>
              </a:rPr>
              <a:t>התכנית </a:t>
            </a:r>
          </a:p>
          <a:p>
            <a:pPr algn="ctr">
              <a:defRPr/>
            </a:pPr>
            <a:r>
              <a:rPr lang="he-IL" sz="1000" b="1" dirty="0">
                <a:solidFill>
                  <a:schemeClr val="tx1">
                    <a:lumMod val="65000"/>
                    <a:lumOff val="35000"/>
                  </a:schemeClr>
                </a:solidFill>
                <a:latin typeface="Gisha" panose="020B0502040204020203" pitchFamily="34" charset="-79"/>
                <a:cs typeface="Gisha" panose="020B0502040204020203" pitchFamily="34" charset="-79"/>
              </a:rPr>
              <a:t>להתפתחות אישית ולמעורבות חברתית</a:t>
            </a:r>
          </a:p>
          <a:p>
            <a:pPr algn="ctr">
              <a:defRPr/>
            </a:pPr>
            <a:r>
              <a:rPr lang="he-IL" sz="1000" b="1" dirty="0">
                <a:solidFill>
                  <a:schemeClr val="tx1">
                    <a:lumMod val="65000"/>
                    <a:lumOff val="35000"/>
                  </a:schemeClr>
                </a:solidFill>
                <a:latin typeface="Gisha" panose="020B0502040204020203" pitchFamily="34" charset="-79"/>
                <a:cs typeface="Gisha" panose="020B0502040204020203" pitchFamily="34" charset="-79"/>
              </a:rPr>
              <a:t>משרד החינוך</a:t>
            </a:r>
            <a:endParaRPr lang="en-US" sz="1000" b="1" dirty="0">
              <a:solidFill>
                <a:schemeClr val="tx1">
                  <a:lumMod val="65000"/>
                  <a:lumOff val="35000"/>
                </a:schemeClr>
              </a:solidFill>
              <a:latin typeface="Gisha" panose="020B0502040204020203" pitchFamily="34" charset="-79"/>
              <a:cs typeface="Gisha" panose="020B0502040204020203" pitchFamily="34" charset="-79"/>
            </a:endParaRPr>
          </a:p>
        </p:txBody>
      </p:sp>
      <p:pic>
        <p:nvPicPr>
          <p:cNvPr id="20" name="תמונה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00262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2" y="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כותרת 1"/>
          <p:cNvSpPr>
            <a:spLocks noGrp="1"/>
          </p:cNvSpPr>
          <p:nvPr>
            <p:ph type="title"/>
          </p:nvPr>
        </p:nvSpPr>
        <p:spPr>
          <a:xfrm>
            <a:off x="1691680" y="184895"/>
            <a:ext cx="8229600" cy="1143000"/>
          </a:xfrm>
        </p:spPr>
        <p:txBody>
          <a:bodyPr rtlCol="1">
            <a:noAutofit/>
          </a:bodyPr>
          <a:lstStyle/>
          <a:p>
            <a:pPr eaLnBrk="1" fontAlgn="auto" hangingPunct="1">
              <a:spcAft>
                <a:spcPts val="0"/>
              </a:spcAft>
              <a:defRPr/>
            </a:pPr>
            <a:r>
              <a:rPr lang="ar-SA" sz="3600" b="1" dirty="0">
                <a:solidFill>
                  <a:schemeClr val="bg1"/>
                </a:solidFill>
                <a:effectLst>
                  <a:outerShdw blurRad="38100" dist="38100" dir="2700000" algn="tl">
                    <a:srgbClr val="000000">
                      <a:alpha val="43137"/>
                    </a:srgbClr>
                  </a:outerShdw>
                </a:effectLst>
                <a:latin typeface="Times New Roman" pitchFamily="18" charset="0"/>
              </a:rPr>
              <a:t>معايـيـر لـ </a:t>
            </a:r>
            <a:r>
              <a:rPr lang="he-IL" sz="3600" b="1" dirty="0">
                <a:solidFill>
                  <a:schemeClr val="bg1"/>
                </a:solidFill>
                <a:effectLst>
                  <a:outerShdw blurRad="38100" dist="38100" dir="2700000" algn="tl">
                    <a:srgbClr val="000000">
                      <a:alpha val="43137"/>
                    </a:srgbClr>
                  </a:outerShdw>
                </a:effectLst>
                <a:latin typeface="David" panose="020E0502060401010101" pitchFamily="34" charset="-79"/>
              </a:rPr>
              <a:t>"</a:t>
            </a:r>
            <a:r>
              <a:rPr lang="ar-SA" sz="3600" b="1" dirty="0">
                <a:solidFill>
                  <a:schemeClr val="bg1"/>
                </a:solidFill>
                <a:effectLst>
                  <a:outerShdw blurRad="38100" dist="38100" dir="2700000" algn="tl">
                    <a:srgbClr val="000000">
                      <a:alpha val="43137"/>
                    </a:srgbClr>
                  </a:outerShdw>
                </a:effectLst>
                <a:latin typeface="Times New Roman" pitchFamily="18" charset="0"/>
              </a:rPr>
              <a:t> المشروع </a:t>
            </a:r>
            <a:r>
              <a:rPr lang="he-IL" sz="3600" b="1" dirty="0">
                <a:solidFill>
                  <a:schemeClr val="bg1"/>
                </a:solidFill>
                <a:effectLst>
                  <a:outerShdw blurRad="38100" dist="38100" dir="2700000" algn="tl">
                    <a:srgbClr val="000000">
                      <a:alpha val="43137"/>
                    </a:srgbClr>
                  </a:outerShdw>
                </a:effectLst>
                <a:latin typeface="David" panose="020E0502060401010101" pitchFamily="34" charset="-79"/>
              </a:rPr>
              <a:t>"</a:t>
            </a:r>
            <a:r>
              <a:rPr lang="ar-SA" sz="3600" b="1" dirty="0">
                <a:solidFill>
                  <a:schemeClr val="bg1"/>
                </a:solidFill>
                <a:effectLst>
                  <a:outerShdw blurRad="38100" dist="38100" dir="2700000" algn="tl">
                    <a:srgbClr val="000000">
                      <a:alpha val="43137"/>
                    </a:srgbClr>
                  </a:outerShdw>
                </a:effectLst>
                <a:latin typeface="David" panose="020E0502060401010101" pitchFamily="34" charset="-79"/>
              </a:rPr>
              <a:t>-</a:t>
            </a:r>
            <a:r>
              <a:rPr lang="ar-SA" sz="3600" b="1" dirty="0">
                <a:solidFill>
                  <a:schemeClr val="bg1"/>
                </a:solidFill>
                <a:effectLst>
                  <a:outerShdw blurRad="38100" dist="38100" dir="2700000" algn="tl">
                    <a:srgbClr val="000000">
                      <a:alpha val="43137"/>
                    </a:srgbClr>
                  </a:outerShdw>
                </a:effectLst>
                <a:latin typeface="Times New Roman" pitchFamily="18" charset="0"/>
              </a:rPr>
              <a:t> التجربة العملية </a:t>
            </a:r>
            <a:br>
              <a:rPr lang="ar-SA" sz="3600" b="1" dirty="0">
                <a:solidFill>
                  <a:schemeClr val="bg1"/>
                </a:solidFill>
                <a:effectLst>
                  <a:outerShdw blurRad="38100" dist="38100" dir="2700000" algn="tl">
                    <a:srgbClr val="000000">
                      <a:alpha val="43137"/>
                    </a:srgbClr>
                  </a:outerShdw>
                </a:effectLst>
                <a:latin typeface="Times New Roman" pitchFamily="18" charset="0"/>
              </a:rPr>
            </a:br>
            <a:r>
              <a:rPr lang="ar-SA" sz="3600" b="1" dirty="0">
                <a:solidFill>
                  <a:schemeClr val="bg1"/>
                </a:solidFill>
                <a:effectLst>
                  <a:outerShdw blurRad="38100" dist="38100" dir="2700000" algn="tl">
                    <a:srgbClr val="000000">
                      <a:alpha val="43137"/>
                    </a:srgbClr>
                  </a:outerShdw>
                </a:effectLst>
                <a:latin typeface="Times New Roman" pitchFamily="18" charset="0"/>
              </a:rPr>
              <a:t>الجماعية</a:t>
            </a:r>
            <a:endParaRPr lang="he-IL" sz="3600" dirty="0">
              <a:solidFill>
                <a:schemeClr val="bg1"/>
              </a:solidFill>
              <a:cs typeface="+mn-cs"/>
            </a:endParaRPr>
          </a:p>
        </p:txBody>
      </p:sp>
      <p:sp>
        <p:nvSpPr>
          <p:cNvPr id="14339" name="מציין מיקום תוכן 2"/>
          <p:cNvSpPr>
            <a:spLocks noGrp="1"/>
          </p:cNvSpPr>
          <p:nvPr>
            <p:ph idx="1"/>
          </p:nvPr>
        </p:nvSpPr>
        <p:spPr>
          <a:xfrm>
            <a:off x="579438" y="1916113"/>
            <a:ext cx="8096250" cy="4105275"/>
          </a:xfrm>
        </p:spPr>
        <p:txBody>
          <a:bodyPr/>
          <a:lstStyle/>
          <a:p>
            <a:pPr marL="0" indent="0" eaLnBrk="1" hangingPunct="1">
              <a:buFont typeface="Arial" pitchFamily="34" charset="0"/>
              <a:buNone/>
            </a:pPr>
            <a:endParaRPr lang="he-IL" altLang="he-IL"/>
          </a:p>
        </p:txBody>
      </p:sp>
      <p:sp>
        <p:nvSpPr>
          <p:cNvPr id="4" name="מלבן עם פינה יחידה חתוכה ומעוגלת 3"/>
          <p:cNvSpPr/>
          <p:nvPr/>
        </p:nvSpPr>
        <p:spPr>
          <a:xfrm>
            <a:off x="7380312" y="1916832"/>
            <a:ext cx="1366838" cy="4105275"/>
          </a:xfrm>
          <a:prstGeom prst="snip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5" name="מלבן עם פינה יחידה חתוכה ומעוגלת 4"/>
          <p:cNvSpPr/>
          <p:nvPr/>
        </p:nvSpPr>
        <p:spPr>
          <a:xfrm>
            <a:off x="6011863" y="1916113"/>
            <a:ext cx="1296987" cy="4105275"/>
          </a:xfrm>
          <a:prstGeom prst="snip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6" name="מלבן עם פינה יחידה חתוכה ומעוגלת 5"/>
          <p:cNvSpPr/>
          <p:nvPr/>
        </p:nvSpPr>
        <p:spPr>
          <a:xfrm>
            <a:off x="4716463" y="1916113"/>
            <a:ext cx="1295400" cy="4105275"/>
          </a:xfrm>
          <a:prstGeom prst="snip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en-US" b="1" dirty="0">
              <a:solidFill>
                <a:schemeClr val="tx1">
                  <a:lumMod val="85000"/>
                  <a:lumOff val="15000"/>
                </a:schemeClr>
              </a:solidFill>
            </a:endParaRPr>
          </a:p>
        </p:txBody>
      </p:sp>
      <p:sp>
        <p:nvSpPr>
          <p:cNvPr id="7" name="מלבן עם פינה יחידה חתוכה ומעוגלת 6"/>
          <p:cNvSpPr/>
          <p:nvPr/>
        </p:nvSpPr>
        <p:spPr>
          <a:xfrm>
            <a:off x="3348038" y="1916113"/>
            <a:ext cx="1368425" cy="4105275"/>
          </a:xfrm>
          <a:prstGeom prst="snip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9" name="מלבן עם פינה יחידה חתוכה ומעוגלת 8"/>
          <p:cNvSpPr/>
          <p:nvPr/>
        </p:nvSpPr>
        <p:spPr>
          <a:xfrm>
            <a:off x="1979613" y="1916113"/>
            <a:ext cx="1368425" cy="4105275"/>
          </a:xfrm>
          <a:prstGeom prst="snip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0" name="מלבן עם פינה יחידה חתוכה ומעוגלת 9"/>
          <p:cNvSpPr/>
          <p:nvPr/>
        </p:nvSpPr>
        <p:spPr>
          <a:xfrm>
            <a:off x="611188" y="1916113"/>
            <a:ext cx="1368425" cy="4105275"/>
          </a:xfrm>
          <a:prstGeom prst="snip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5" name="TextBox 14"/>
          <p:cNvSpPr txBox="1"/>
          <p:nvPr/>
        </p:nvSpPr>
        <p:spPr>
          <a:xfrm>
            <a:off x="7308850" y="2997200"/>
            <a:ext cx="1366838" cy="3000821"/>
          </a:xfrm>
          <a:prstGeom prst="rect">
            <a:avLst/>
          </a:prstGeom>
          <a:noFill/>
        </p:spPr>
        <p:txBody>
          <a:bodyPr rtlCol="1">
            <a:spAutoFit/>
          </a:bodyPr>
          <a:lstStyle/>
          <a:p>
            <a:pPr algn="ctr">
              <a:lnSpc>
                <a:spcPct val="150000"/>
              </a:lnSpc>
              <a:defRPr/>
            </a:pPr>
            <a:r>
              <a:rPr lang="ar-SA" b="1" spc="-100" dirty="0">
                <a:solidFill>
                  <a:schemeClr val="accent2">
                    <a:lumMod val="50000"/>
                  </a:schemeClr>
                </a:solidFill>
                <a:latin typeface="Times New Roman" pitchFamily="18" charset="0"/>
                <a:cs typeface="Times New Roman" pitchFamily="18" charset="0"/>
              </a:rPr>
              <a:t>30 ساعة في كل سنة ( من العاشر</a:t>
            </a:r>
            <a:r>
              <a:rPr lang="ar-SA" spc="-100" dirty="0">
                <a:solidFill>
                  <a:schemeClr val="accent2">
                    <a:lumMod val="50000"/>
                  </a:schemeClr>
                </a:solidFill>
                <a:latin typeface="Times New Roman" pitchFamily="18" charset="0"/>
                <a:cs typeface="Times New Roman" pitchFamily="18" charset="0"/>
              </a:rPr>
              <a:t>- </a:t>
            </a:r>
            <a:r>
              <a:rPr lang="ar-SA" b="1" spc="-100" dirty="0">
                <a:solidFill>
                  <a:schemeClr val="accent2">
                    <a:lumMod val="50000"/>
                  </a:schemeClr>
                </a:solidFill>
                <a:latin typeface="Times New Roman" pitchFamily="18" charset="0"/>
                <a:cs typeface="Times New Roman" pitchFamily="18" charset="0"/>
              </a:rPr>
              <a:t>الثاني عشر ) يشمل التحضير،  التخطيط، التنفيذ، معالجة السيرورة  والتلخيص</a:t>
            </a:r>
            <a:endParaRPr lang="en-US" b="1" dirty="0">
              <a:solidFill>
                <a:schemeClr val="tx1">
                  <a:lumMod val="85000"/>
                  <a:lumOff val="15000"/>
                </a:schemeClr>
              </a:solidFill>
            </a:endParaRPr>
          </a:p>
        </p:txBody>
      </p:sp>
      <p:sp>
        <p:nvSpPr>
          <p:cNvPr id="16" name="TextBox 15"/>
          <p:cNvSpPr txBox="1"/>
          <p:nvPr/>
        </p:nvSpPr>
        <p:spPr>
          <a:xfrm>
            <a:off x="6011863" y="2981325"/>
            <a:ext cx="1296987" cy="923330"/>
          </a:xfrm>
          <a:prstGeom prst="rect">
            <a:avLst/>
          </a:prstGeom>
          <a:noFill/>
        </p:spPr>
        <p:txBody>
          <a:bodyPr rtlCol="1">
            <a:spAutoFit/>
          </a:bodyPr>
          <a:lstStyle/>
          <a:p>
            <a:pPr algn="ctr"/>
            <a:r>
              <a:rPr lang="ar-SA" b="1" spc="-100" dirty="0">
                <a:solidFill>
                  <a:schemeClr val="accent2">
                    <a:lumMod val="50000"/>
                  </a:schemeClr>
                </a:solidFill>
                <a:latin typeface="Times New Roman" pitchFamily="18" charset="0"/>
                <a:cs typeface="Times New Roman" pitchFamily="18" charset="0"/>
              </a:rPr>
              <a:t>على الأقل ثـلاثـة طلاب في المجموعة</a:t>
            </a:r>
            <a:endParaRPr lang="en-US" b="1" dirty="0">
              <a:solidFill>
                <a:schemeClr val="tx1">
                  <a:lumMod val="85000"/>
                  <a:lumOff val="15000"/>
                </a:schemeClr>
              </a:solidFill>
            </a:endParaRPr>
          </a:p>
        </p:txBody>
      </p:sp>
      <p:sp>
        <p:nvSpPr>
          <p:cNvPr id="19" name="TextBox 18"/>
          <p:cNvSpPr txBox="1"/>
          <p:nvPr/>
        </p:nvSpPr>
        <p:spPr>
          <a:xfrm>
            <a:off x="3347864" y="1916832"/>
            <a:ext cx="1368425" cy="2062103"/>
          </a:xfrm>
          <a:prstGeom prst="rect">
            <a:avLst/>
          </a:prstGeom>
          <a:noFill/>
        </p:spPr>
        <p:txBody>
          <a:bodyPr rtlCol="1" anchor="b">
            <a:spAutoFit/>
          </a:bodyPr>
          <a:lstStyle/>
          <a:p>
            <a:pPr algn="ctr"/>
            <a:r>
              <a:rPr lang="ar-SA" sz="3200" b="1" spc="-100" dirty="0">
                <a:solidFill>
                  <a:schemeClr val="accent2">
                    <a:lumMod val="50000"/>
                  </a:schemeClr>
                </a:solidFill>
                <a:latin typeface="Times New Roman" pitchFamily="18" charset="0"/>
                <a:cs typeface="Times New Roman" pitchFamily="18" charset="0"/>
              </a:rPr>
              <a:t>مبادرة شخصية  من الطلاب</a:t>
            </a:r>
            <a:endParaRPr lang="en-US" sz="3200" b="1" dirty="0">
              <a:solidFill>
                <a:schemeClr val="tx1">
                  <a:lumMod val="85000"/>
                  <a:lumOff val="15000"/>
                </a:schemeClr>
              </a:solidFill>
            </a:endParaRPr>
          </a:p>
        </p:txBody>
      </p:sp>
      <p:sp>
        <p:nvSpPr>
          <p:cNvPr id="14349" name="TextBox 20"/>
          <p:cNvSpPr txBox="1">
            <a:spLocks noChangeArrowheads="1"/>
          </p:cNvSpPr>
          <p:nvPr/>
        </p:nvSpPr>
        <p:spPr bwMode="auto">
          <a:xfrm>
            <a:off x="1835150" y="3141663"/>
            <a:ext cx="865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cs typeface="Arial"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cs typeface="Arial"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cs typeface="Arial"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cs typeface="Arial"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cs typeface="Arial"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cs typeface="Arial" pitchFamily="34" charset="0"/>
              </a:defRPr>
            </a:lvl9pPr>
          </a:lstStyle>
          <a:p>
            <a:pPr eaLnBrk="1" hangingPunct="1">
              <a:spcBef>
                <a:spcPct val="0"/>
              </a:spcBef>
              <a:buFontTx/>
              <a:buNone/>
            </a:pPr>
            <a:endParaRPr lang="he-IL" altLang="he-IL" sz="1800">
              <a:latin typeface="Arial" pitchFamily="34" charset="0"/>
            </a:endParaRPr>
          </a:p>
        </p:txBody>
      </p:sp>
      <p:sp>
        <p:nvSpPr>
          <p:cNvPr id="22" name="TextBox 21"/>
          <p:cNvSpPr txBox="1"/>
          <p:nvPr/>
        </p:nvSpPr>
        <p:spPr>
          <a:xfrm>
            <a:off x="611188" y="2997200"/>
            <a:ext cx="1368425" cy="1754326"/>
          </a:xfrm>
          <a:prstGeom prst="rect">
            <a:avLst/>
          </a:prstGeom>
          <a:noFill/>
        </p:spPr>
        <p:txBody>
          <a:bodyPr rtlCol="1">
            <a:spAutoFit/>
          </a:bodyPr>
          <a:lstStyle/>
          <a:p>
            <a:pPr algn="ctr"/>
            <a:r>
              <a:rPr lang="ar-SA" b="1" spc="-100" dirty="0">
                <a:solidFill>
                  <a:schemeClr val="accent2">
                    <a:lumMod val="50000"/>
                  </a:schemeClr>
                </a:solidFill>
                <a:latin typeface="Times New Roman" pitchFamily="18" charset="0"/>
                <a:cs typeface="Times New Roman" pitchFamily="18" charset="0"/>
              </a:rPr>
              <a:t>نشاط  يحتوي على مساهمة اجتماعية داخل المدرسة، المجتمع، في أنحاء الدولة أو في الشبكة</a:t>
            </a:r>
            <a:endParaRPr lang="en-US" b="1" dirty="0">
              <a:solidFill>
                <a:schemeClr val="tx1">
                  <a:lumMod val="85000"/>
                  <a:lumOff val="15000"/>
                </a:schemeClr>
              </a:solidFill>
            </a:endParaRPr>
          </a:p>
        </p:txBody>
      </p:sp>
      <p:sp>
        <p:nvSpPr>
          <p:cNvPr id="23" name="TextBox 22"/>
          <p:cNvSpPr txBox="1"/>
          <p:nvPr/>
        </p:nvSpPr>
        <p:spPr>
          <a:xfrm>
            <a:off x="1989138" y="2997200"/>
            <a:ext cx="1368425" cy="1200329"/>
          </a:xfrm>
          <a:prstGeom prst="rect">
            <a:avLst/>
          </a:prstGeom>
          <a:noFill/>
        </p:spPr>
        <p:txBody>
          <a:bodyPr rtlCol="1">
            <a:spAutoFit/>
          </a:bodyPr>
          <a:lstStyle/>
          <a:p>
            <a:pPr algn="ctr"/>
            <a:r>
              <a:rPr lang="ar-SA" b="1" spc="-100" dirty="0">
                <a:solidFill>
                  <a:schemeClr val="accent2">
                    <a:lumMod val="50000"/>
                  </a:schemeClr>
                </a:solidFill>
                <a:latin typeface="Times New Roman" pitchFamily="18" charset="0"/>
                <a:cs typeface="Times New Roman" pitchFamily="18" charset="0"/>
              </a:rPr>
              <a:t>تـنـفـيـذ على مدار السنة أو في مناسبات لمرة واحدة</a:t>
            </a:r>
            <a:endParaRPr lang="en-US" b="1" dirty="0">
              <a:solidFill>
                <a:schemeClr val="tx1">
                  <a:lumMod val="85000"/>
                  <a:lumOff val="15000"/>
                </a:schemeClr>
              </a:solidFill>
            </a:endParaRPr>
          </a:p>
        </p:txBody>
      </p:sp>
      <p:sp>
        <p:nvSpPr>
          <p:cNvPr id="3" name="TextBox 2"/>
          <p:cNvSpPr txBox="1"/>
          <p:nvPr/>
        </p:nvSpPr>
        <p:spPr>
          <a:xfrm>
            <a:off x="4716463" y="2981851"/>
            <a:ext cx="1295399" cy="1477328"/>
          </a:xfrm>
          <a:prstGeom prst="rect">
            <a:avLst/>
          </a:prstGeom>
          <a:noFill/>
        </p:spPr>
        <p:txBody>
          <a:bodyPr wrap="square" rtlCol="1">
            <a:spAutoFit/>
          </a:bodyPr>
          <a:lstStyle/>
          <a:p>
            <a:pPr algn="ctr"/>
            <a:r>
              <a:rPr lang="ar-SA" b="1" spc="-100" dirty="0">
                <a:solidFill>
                  <a:schemeClr val="accent2">
                    <a:lumMod val="50000"/>
                  </a:schemeClr>
                </a:solidFill>
                <a:latin typeface="Times New Roman" pitchFamily="18" charset="0"/>
                <a:cs typeface="Times New Roman" pitchFamily="18" charset="0"/>
              </a:rPr>
              <a:t>مبنى المجموعة: من صف الام / من صفوف مختلفة/ من مدارس مختلفة</a:t>
            </a:r>
            <a:endParaRPr lang="en-US" b="1" dirty="0">
              <a:solidFill>
                <a:schemeClr val="tx1">
                  <a:lumMod val="85000"/>
                  <a:lumOff val="15000"/>
                </a:schemeClr>
              </a:solidFill>
            </a:endParaRPr>
          </a:p>
        </p:txBody>
      </p:sp>
      <p:sp>
        <p:nvSpPr>
          <p:cNvPr id="17" name="הסבר אליפטי 16"/>
          <p:cNvSpPr/>
          <p:nvPr/>
        </p:nvSpPr>
        <p:spPr>
          <a:xfrm>
            <a:off x="2130437" y="4945342"/>
            <a:ext cx="2898478" cy="1574376"/>
          </a:xfrm>
          <a:prstGeom prst="wedgeEllipseCallout">
            <a:avLst>
              <a:gd name="adj1" fmla="val -50803"/>
              <a:gd name="adj2" fmla="val 54859"/>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000" b="1" dirty="0"/>
              <a:t>ماذا كنتم تودون التغيير </a:t>
            </a:r>
            <a:r>
              <a:rPr lang="he-IL" sz="2000" b="1" dirty="0"/>
              <a:t>?</a:t>
            </a:r>
          </a:p>
          <a:p>
            <a:pPr algn="ctr"/>
            <a:r>
              <a:rPr lang="he-IL" sz="2000" b="1" dirty="0"/>
              <a:t> </a:t>
            </a:r>
          </a:p>
          <a:p>
            <a:pPr algn="ctr"/>
            <a:r>
              <a:rPr lang="ar-SA" b="1" dirty="0"/>
              <a:t>شاركوا </a:t>
            </a:r>
            <a:r>
              <a:rPr lang="he-IL" b="1" dirty="0"/>
              <a:t>!!</a:t>
            </a:r>
          </a:p>
          <a:p>
            <a:pPr algn="ctr"/>
            <a:endParaRPr lang="he-IL" dirty="0"/>
          </a:p>
        </p:txBody>
      </p:sp>
      <p:pic>
        <p:nvPicPr>
          <p:cNvPr id="21" name="תמונה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2" grpId="0"/>
      <p:bldP spid="23" grpId="0"/>
      <p:bldP spid="3" grpId="0"/>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1400"/>
            <a:ext cx="9144000" cy="465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תמונה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מציין מיקום תוכן 3"/>
          <p:cNvGraphicFramePr>
            <a:graphicFrameLocks/>
          </p:cNvGraphicFramePr>
          <p:nvPr>
            <p:extLst>
              <p:ext uri="{D42A27DB-BD31-4B8C-83A1-F6EECF244321}">
                <p14:modId xmlns:p14="http://schemas.microsoft.com/office/powerpoint/2010/main" val="2530504218"/>
              </p:ext>
            </p:extLst>
          </p:nvPr>
        </p:nvGraphicFramePr>
        <p:xfrm>
          <a:off x="1385888" y="1173341"/>
          <a:ext cx="6570488" cy="50639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p:cNvSpPr/>
          <p:nvPr/>
        </p:nvSpPr>
        <p:spPr>
          <a:xfrm>
            <a:off x="2483768" y="0"/>
            <a:ext cx="6480175" cy="1692771"/>
          </a:xfrm>
          <a:prstGeom prst="rect">
            <a:avLst/>
          </a:prstGeom>
        </p:spPr>
        <p:txBody>
          <a:bodyPr>
            <a:spAutoFit/>
          </a:bodyPr>
          <a:lstStyle/>
          <a:p>
            <a:pPr algn="ctr">
              <a:defRPr/>
            </a:pPr>
            <a:r>
              <a:rPr lang="ar-SA"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أمثلة  لدمج التجربة العملية </a:t>
            </a:r>
            <a:r>
              <a:rPr lang="ar-JO"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و</a:t>
            </a:r>
            <a:r>
              <a:rPr lang="ar-SA"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التعلم النظري</a:t>
            </a:r>
          </a:p>
          <a:p>
            <a:pPr algn="ctr">
              <a:defRPr/>
            </a:pPr>
            <a:r>
              <a:rPr lang="ar-SA" altLang="en-US"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في المواضيع التعليمية </a:t>
            </a:r>
          </a:p>
          <a:p>
            <a:pPr algn="ctr">
              <a:defRPr/>
            </a:pPr>
            <a:r>
              <a:rPr lang="ar-SA" altLang="en-US"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تقوية  المعرفة ، المهارات والقيم  </a:t>
            </a:r>
          </a:p>
          <a:p>
            <a:pPr algn="ctr">
              <a:defRPr/>
            </a:pPr>
            <a:endParaRPr lang="he-IL" altLang="en-US" sz="3200" b="1" dirty="0">
              <a:solidFill>
                <a:schemeClr val="bg1"/>
              </a:solidFill>
              <a:latin typeface="Arial" panose="020B0604020202020204" pitchFamily="34" charset="0"/>
            </a:endParaRPr>
          </a:p>
        </p:txBody>
      </p:sp>
      <p:sp>
        <p:nvSpPr>
          <p:cNvPr id="7175" name="TextBox 3"/>
          <p:cNvSpPr txBox="1">
            <a:spLocks noChangeArrowheads="1"/>
          </p:cNvSpPr>
          <p:nvPr/>
        </p:nvSpPr>
        <p:spPr bwMode="auto">
          <a:xfrm rot="-1023180">
            <a:off x="504825" y="2036763"/>
            <a:ext cx="3327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algn="l" rtl="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algn="l" rtl="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algn="l" rtl="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algn="l" rtl="0" eaLnBrk="0" fontAlgn="base" hangingPunct="0">
              <a:spcBef>
                <a:spcPct val="0"/>
              </a:spcBef>
              <a:spcAft>
                <a:spcPct val="0"/>
              </a:spcAft>
              <a:defRPr>
                <a:solidFill>
                  <a:schemeClr val="tx1"/>
                </a:solidFill>
                <a:latin typeface="Calibri" pitchFamily="34" charset="0"/>
                <a:cs typeface="Arial" pitchFamily="34" charset="0"/>
              </a:defRPr>
            </a:lvl9pPr>
          </a:lstStyle>
          <a:p>
            <a:pPr algn="r" eaLnBrk="1" hangingPunct="1"/>
            <a:r>
              <a:rPr lang="ar-SA" b="1" dirty="0"/>
              <a:t>من مجال المعرفة للتجربة في المجتمع</a:t>
            </a:r>
            <a:endParaRPr lang="he-IL" b="1" dirty="0"/>
          </a:p>
        </p:txBody>
      </p:sp>
      <p:sp>
        <p:nvSpPr>
          <p:cNvPr id="6" name="הסבר ענן 5"/>
          <p:cNvSpPr/>
          <p:nvPr/>
        </p:nvSpPr>
        <p:spPr>
          <a:xfrm>
            <a:off x="307975" y="3213100"/>
            <a:ext cx="2319338" cy="1665288"/>
          </a:xfrm>
          <a:prstGeom prst="cloudCallout">
            <a:avLst>
              <a:gd name="adj1" fmla="val 60426"/>
              <a:gd name="adj2" fmla="val -19294"/>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7177" name="TextBox 6"/>
          <p:cNvSpPr txBox="1">
            <a:spLocks noChangeArrowheads="1"/>
          </p:cNvSpPr>
          <p:nvPr/>
        </p:nvSpPr>
        <p:spPr bwMode="auto">
          <a:xfrm>
            <a:off x="395536" y="3429000"/>
            <a:ext cx="215423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algn="l" rtl="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algn="l" rtl="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algn="l" rtl="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algn="l" rtl="0" eaLnBrk="0" fontAlgn="base" hangingPunct="0">
              <a:spcBef>
                <a:spcPct val="0"/>
              </a:spcBef>
              <a:spcAft>
                <a:spcPct val="0"/>
              </a:spcAft>
              <a:defRPr>
                <a:solidFill>
                  <a:schemeClr val="tx1"/>
                </a:solidFill>
                <a:latin typeface="Calibri" pitchFamily="34" charset="0"/>
                <a:cs typeface="Arial" pitchFamily="34" charset="0"/>
              </a:defRPr>
            </a:lvl9pPr>
          </a:lstStyle>
          <a:p>
            <a:pPr algn="ctr" eaLnBrk="1" hangingPunct="1"/>
            <a:r>
              <a:rPr lang="ar-SA" b="1" dirty="0"/>
              <a:t>حملة إعلامية مع شركات الحافلات للسفر في المواصلات العامة </a:t>
            </a:r>
            <a:endParaRPr lang="he-IL" dirty="0"/>
          </a:p>
        </p:txBody>
      </p:sp>
    </p:spTree>
    <p:extLst>
      <p:ext uri="{BB962C8B-B14F-4D97-AF65-F5344CB8AC3E}">
        <p14:creationId xmlns:p14="http://schemas.microsoft.com/office/powerpoint/2010/main" val="139266434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85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תמונה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מציין מיקום תוכן 3"/>
          <p:cNvGraphicFramePr>
            <a:graphicFrameLocks/>
          </p:cNvGraphicFramePr>
          <p:nvPr>
            <p:extLst>
              <p:ext uri="{D42A27DB-BD31-4B8C-83A1-F6EECF244321}">
                <p14:modId xmlns:p14="http://schemas.microsoft.com/office/powerpoint/2010/main" val="457776099"/>
              </p:ext>
            </p:extLst>
          </p:nvPr>
        </p:nvGraphicFramePr>
        <p:xfrm>
          <a:off x="739775" y="1340768"/>
          <a:ext cx="7720657" cy="53285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p:cNvSpPr/>
          <p:nvPr/>
        </p:nvSpPr>
        <p:spPr>
          <a:xfrm>
            <a:off x="2483768" y="0"/>
            <a:ext cx="6480175" cy="1200329"/>
          </a:xfrm>
          <a:prstGeom prst="rect">
            <a:avLst/>
          </a:prstGeom>
        </p:spPr>
        <p:txBody>
          <a:bodyPr>
            <a:spAutoFit/>
          </a:bodyPr>
          <a:lstStyle/>
          <a:p>
            <a:pPr algn="ctr">
              <a:defRPr/>
            </a:pPr>
            <a:r>
              <a:rPr lang="ar-SA"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أمثلة  لدمج التجربة العملية </a:t>
            </a:r>
            <a:r>
              <a:rPr lang="ar-JO"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و</a:t>
            </a:r>
            <a:r>
              <a:rPr lang="ar-SA"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التعلم النظري</a:t>
            </a:r>
          </a:p>
          <a:p>
            <a:pPr algn="ctr">
              <a:defRPr/>
            </a:pPr>
            <a:r>
              <a:rPr lang="ar-SA" altLang="en-US"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في المواضيع التعليمية </a:t>
            </a:r>
          </a:p>
          <a:p>
            <a:pPr algn="ctr">
              <a:defRPr/>
            </a:pPr>
            <a:r>
              <a:rPr lang="ar-SA" altLang="en-US" sz="2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تقوية  المعرفة ، المهارات والقيم  </a:t>
            </a:r>
          </a:p>
        </p:txBody>
      </p:sp>
      <p:sp>
        <p:nvSpPr>
          <p:cNvPr id="8199" name="TextBox 3"/>
          <p:cNvSpPr txBox="1">
            <a:spLocks noChangeArrowheads="1"/>
          </p:cNvSpPr>
          <p:nvPr/>
        </p:nvSpPr>
        <p:spPr bwMode="auto">
          <a:xfrm rot="-1308508">
            <a:off x="523875" y="2220913"/>
            <a:ext cx="3400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algn="l" rtl="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algn="l" rtl="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algn="l" rtl="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algn="l" rtl="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ar-SA" b="1" dirty="0"/>
              <a:t>من ساعة التربية  للتجربة في المجتمع</a:t>
            </a:r>
            <a:endParaRPr lang="he-IL" b="1" dirty="0"/>
          </a:p>
        </p:txBody>
      </p:sp>
      <p:sp>
        <p:nvSpPr>
          <p:cNvPr id="4" name="הסבר ענן 3"/>
          <p:cNvSpPr/>
          <p:nvPr/>
        </p:nvSpPr>
        <p:spPr>
          <a:xfrm>
            <a:off x="307975" y="3573463"/>
            <a:ext cx="2535238" cy="1223962"/>
          </a:xfrm>
          <a:prstGeom prst="cloudCallout">
            <a:avLst>
              <a:gd name="adj1" fmla="val 64873"/>
              <a:gd name="adj2" fmla="val -18693"/>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8201" name="TextBox 4"/>
          <p:cNvSpPr txBox="1">
            <a:spLocks noChangeArrowheads="1"/>
          </p:cNvSpPr>
          <p:nvPr/>
        </p:nvSpPr>
        <p:spPr bwMode="auto">
          <a:xfrm>
            <a:off x="644525" y="3722688"/>
            <a:ext cx="19605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algn="l" rtl="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algn="l" rtl="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algn="l" rtl="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algn="l" rtl="0" eaLnBrk="0" fontAlgn="base" hangingPunct="0">
              <a:spcBef>
                <a:spcPct val="0"/>
              </a:spcBef>
              <a:spcAft>
                <a:spcPct val="0"/>
              </a:spcAft>
              <a:defRPr>
                <a:solidFill>
                  <a:schemeClr val="tx1"/>
                </a:solidFill>
                <a:latin typeface="Calibri" pitchFamily="34" charset="0"/>
                <a:cs typeface="Arial" pitchFamily="34" charset="0"/>
              </a:defRPr>
            </a:lvl9pPr>
          </a:lstStyle>
          <a:p>
            <a:pPr algn="ctr" eaLnBrk="1" hangingPunct="1"/>
            <a:r>
              <a:rPr lang="ar-SA" b="1" dirty="0"/>
              <a:t>حضانة /مرافقة اجتماعية لطالب مع احتياجات خاصة </a:t>
            </a:r>
            <a:endParaRPr lang="he-IL" b="1" dirty="0"/>
          </a:p>
        </p:txBody>
      </p:sp>
    </p:spTree>
    <p:extLst>
      <p:ext uri="{BB962C8B-B14F-4D97-AF65-F5344CB8AC3E}">
        <p14:creationId xmlns:p14="http://schemas.microsoft.com/office/powerpoint/2010/main" val="20902451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85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כותרת 1"/>
          <p:cNvSpPr>
            <a:spLocks noGrp="1"/>
          </p:cNvSpPr>
          <p:nvPr>
            <p:ph type="title"/>
          </p:nvPr>
        </p:nvSpPr>
        <p:spPr>
          <a:xfrm>
            <a:off x="1403648" y="0"/>
            <a:ext cx="8229600" cy="1143000"/>
          </a:xfrm>
          <a:effectLst>
            <a:outerShdw blurRad="50800" dist="38100" dir="5400000" algn="t" rotWithShape="0">
              <a:prstClr val="black">
                <a:alpha val="40000"/>
              </a:prstClr>
            </a:outerShdw>
          </a:effectLst>
        </p:spPr>
        <p:txBody>
          <a:bodyPr rtlCol="1">
            <a:normAutofit/>
          </a:bodyPr>
          <a:lstStyle/>
          <a:p>
            <a:pPr eaLnBrk="1" fontAlgn="auto" hangingPunct="1">
              <a:spcAft>
                <a:spcPts val="0"/>
              </a:spcAft>
              <a:defRPr/>
            </a:pPr>
            <a:r>
              <a:rPr lang="ar-SA" sz="3600" b="1" dirty="0">
                <a:solidFill>
                  <a:schemeClr val="bg1"/>
                </a:solidFill>
                <a:effectLst>
                  <a:outerShdw blurRad="38100" dist="38100" dir="2700000" algn="tl">
                    <a:srgbClr val="000000">
                      <a:alpha val="43137"/>
                    </a:srgbClr>
                  </a:outerShdw>
                </a:effectLst>
                <a:cs typeface="+mn-cs"/>
              </a:rPr>
              <a:t>مركبات تقييم الطالب </a:t>
            </a:r>
            <a:endParaRPr lang="he-IL" sz="3600" b="1" dirty="0">
              <a:solidFill>
                <a:schemeClr val="bg1"/>
              </a:solidFill>
              <a:effectLst>
                <a:outerShdw blurRad="38100" dist="38100" dir="2700000" algn="tl">
                  <a:srgbClr val="000000">
                    <a:alpha val="43137"/>
                  </a:srgbClr>
                </a:outerShdw>
              </a:effectLst>
              <a:cs typeface="+mn-cs"/>
            </a:endParaRPr>
          </a:p>
        </p:txBody>
      </p:sp>
      <p:graphicFrame>
        <p:nvGraphicFramePr>
          <p:cNvPr id="4" name="מציין מיקום תוכן 3"/>
          <p:cNvGraphicFramePr>
            <a:graphicFrameLocks noGrp="1"/>
          </p:cNvGraphicFramePr>
          <p:nvPr>
            <p:ph idx="1"/>
            <p:extLst>
              <p:ext uri="{D42A27DB-BD31-4B8C-83A1-F6EECF244321}">
                <p14:modId xmlns:p14="http://schemas.microsoft.com/office/powerpoint/2010/main" val="803728135"/>
              </p:ext>
            </p:extLst>
          </p:nvPr>
        </p:nvGraphicFramePr>
        <p:xfrm>
          <a:off x="395536" y="1340768"/>
          <a:ext cx="8291264" cy="5141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תמונה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593357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6" descr="C:\Users\user\Downloads\Untitled design (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85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כותרת 1"/>
          <p:cNvSpPr>
            <a:spLocks noGrp="1"/>
          </p:cNvSpPr>
          <p:nvPr>
            <p:ph type="title"/>
          </p:nvPr>
        </p:nvSpPr>
        <p:spPr>
          <a:xfrm>
            <a:off x="1104809" y="57907"/>
            <a:ext cx="8229600" cy="1143000"/>
          </a:xfrm>
          <a:effectLst>
            <a:outerShdw blurRad="50800" dist="38100" dir="5400000" algn="t" rotWithShape="0">
              <a:prstClr val="black">
                <a:alpha val="40000"/>
              </a:prstClr>
            </a:outerShdw>
          </a:effectLst>
        </p:spPr>
        <p:txBody>
          <a:bodyPr rtlCol="1">
            <a:normAutofit fontScale="90000"/>
          </a:bodyPr>
          <a:lstStyle/>
          <a:p>
            <a:pPr eaLnBrk="1" fontAlgn="auto" hangingPunct="1">
              <a:spcAft>
                <a:spcPts val="0"/>
              </a:spcAft>
              <a:defRPr/>
            </a:pPr>
            <a:r>
              <a:rPr lang="ar-SA" sz="3600" b="1" dirty="0">
                <a:solidFill>
                  <a:schemeClr val="bg1"/>
                </a:solidFill>
                <a:effectLst>
                  <a:outerShdw blurRad="38100" dist="38100" dir="2700000" algn="tl">
                    <a:srgbClr val="000000">
                      <a:alpha val="43137"/>
                    </a:srgbClr>
                  </a:outerShdw>
                </a:effectLst>
                <a:cs typeface="+mn-cs"/>
              </a:rPr>
              <a:t>مركبات تقييم الطالب </a:t>
            </a:r>
            <a:br>
              <a:rPr lang="he-IL" sz="3600" b="1" dirty="0">
                <a:solidFill>
                  <a:schemeClr val="bg1"/>
                </a:solidFill>
                <a:effectLst>
                  <a:outerShdw blurRad="38100" dist="38100" dir="2700000" algn="tl">
                    <a:srgbClr val="000000">
                      <a:alpha val="43137"/>
                    </a:srgbClr>
                  </a:outerShdw>
                </a:effectLst>
                <a:cs typeface="+mn-cs"/>
              </a:rPr>
            </a:br>
            <a:r>
              <a:rPr lang="ar-SA" sz="3600" b="1" dirty="0">
                <a:solidFill>
                  <a:schemeClr val="bg1"/>
                </a:solidFill>
                <a:effectLst>
                  <a:outerShdw blurRad="38100" dist="38100" dir="2700000" algn="tl">
                    <a:srgbClr val="000000">
                      <a:alpha val="43137"/>
                    </a:srgbClr>
                  </a:outerShdw>
                </a:effectLst>
                <a:cs typeface="+mn-cs"/>
              </a:rPr>
              <a:t>من يعطي التقييم </a:t>
            </a:r>
            <a:r>
              <a:rPr lang="he-IL" sz="3600" b="1" dirty="0">
                <a:solidFill>
                  <a:schemeClr val="bg1"/>
                </a:solidFill>
                <a:effectLst>
                  <a:outerShdw blurRad="38100" dist="38100" dir="2700000" algn="tl">
                    <a:srgbClr val="000000">
                      <a:alpha val="43137"/>
                    </a:srgbClr>
                  </a:outerShdw>
                </a:effectLst>
                <a:cs typeface="+mn-cs"/>
              </a:rPr>
              <a:t>?</a:t>
            </a:r>
          </a:p>
        </p:txBody>
      </p:sp>
      <p:graphicFrame>
        <p:nvGraphicFramePr>
          <p:cNvPr id="4" name="מציין מיקום תוכן 3"/>
          <p:cNvGraphicFramePr>
            <a:graphicFrameLocks noGrp="1"/>
          </p:cNvGraphicFramePr>
          <p:nvPr>
            <p:ph idx="1"/>
            <p:extLst>
              <p:ext uri="{D42A27DB-BD31-4B8C-83A1-F6EECF244321}">
                <p14:modId xmlns:p14="http://schemas.microsoft.com/office/powerpoint/2010/main" val="3319145055"/>
              </p:ext>
            </p:extLst>
          </p:nvPr>
        </p:nvGraphicFramePr>
        <p:xfrm>
          <a:off x="395536" y="1340768"/>
          <a:ext cx="8291264" cy="5141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קבוצה 4"/>
          <p:cNvGrpSpPr/>
          <p:nvPr/>
        </p:nvGrpSpPr>
        <p:grpSpPr>
          <a:xfrm>
            <a:off x="6959246" y="1417638"/>
            <a:ext cx="1727554" cy="1494537"/>
            <a:chOff x="4869900" y="919240"/>
            <a:chExt cx="1727554" cy="1494537"/>
          </a:xfrm>
          <a:scene3d>
            <a:camera prst="orthographicFront"/>
            <a:lightRig rig="threePt" dir="t"/>
          </a:scene3d>
        </p:grpSpPr>
        <p:sp>
          <p:nvSpPr>
            <p:cNvPr id="6" name="משושה 5"/>
            <p:cNvSpPr/>
            <p:nvPr/>
          </p:nvSpPr>
          <p:spPr>
            <a:xfrm>
              <a:off x="4869900" y="919240"/>
              <a:ext cx="1727554" cy="1494537"/>
            </a:xfrm>
            <a:prstGeom prst="hexagon">
              <a:avLst>
                <a:gd name="adj" fmla="val 28570"/>
                <a:gd name="vf" fmla="val 115470"/>
              </a:avLst>
            </a:prstGeom>
            <a:solidFill>
              <a:schemeClr val="tx2">
                <a:lumMod val="40000"/>
                <a:lumOff val="60000"/>
              </a:schemeClr>
            </a:solidFill>
            <a:sp3d>
              <a:bevelT prst="angle"/>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משושה 4"/>
            <p:cNvSpPr/>
            <p:nvPr/>
          </p:nvSpPr>
          <p:spPr>
            <a:xfrm>
              <a:off x="5156193" y="1166917"/>
              <a:ext cx="1154968" cy="99918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860" tIns="22860" rIns="22860" bIns="22860" numCol="1" spcCol="1270" anchor="ctr" anchorCtr="0">
              <a:noAutofit/>
            </a:bodyPr>
            <a:lstStyle/>
            <a:p>
              <a:pPr lvl="0" algn="ctr" defTabSz="800100" rtl="1">
                <a:lnSpc>
                  <a:spcPct val="90000"/>
                </a:lnSpc>
                <a:spcBef>
                  <a:spcPct val="0"/>
                </a:spcBef>
                <a:spcAft>
                  <a:spcPct val="35000"/>
                </a:spcAft>
              </a:pPr>
              <a:r>
                <a:rPr lang="ar-SA" sz="1800" b="1" kern="1200" dirty="0">
                  <a:solidFill>
                    <a:schemeClr val="tx2"/>
                  </a:solidFill>
                </a:rPr>
                <a:t>المرافق في مكان التجربة العملية </a:t>
              </a:r>
              <a:endParaRPr lang="he-IL" sz="1800" b="1" kern="1200" dirty="0">
                <a:solidFill>
                  <a:schemeClr val="tx2"/>
                </a:solidFill>
              </a:endParaRPr>
            </a:p>
            <a:p>
              <a:pPr lvl="0" algn="ctr" defTabSz="800100" rtl="1">
                <a:lnSpc>
                  <a:spcPct val="90000"/>
                </a:lnSpc>
                <a:spcBef>
                  <a:spcPct val="0"/>
                </a:spcBef>
                <a:spcAft>
                  <a:spcPct val="35000"/>
                </a:spcAft>
              </a:pPr>
              <a:r>
                <a:rPr lang="he-IL" b="1" dirty="0">
                  <a:solidFill>
                    <a:schemeClr val="tx2"/>
                  </a:solidFill>
                </a:rPr>
                <a:t>(</a:t>
              </a:r>
              <a:r>
                <a:rPr lang="ar-SA" b="1" dirty="0">
                  <a:solidFill>
                    <a:schemeClr val="tx2"/>
                  </a:solidFill>
                </a:rPr>
                <a:t>تقييم الجودة</a:t>
              </a:r>
              <a:r>
                <a:rPr lang="he-IL" b="1" dirty="0">
                  <a:solidFill>
                    <a:schemeClr val="tx2"/>
                  </a:solidFill>
                </a:rPr>
                <a:t>)</a:t>
              </a:r>
              <a:endParaRPr lang="he-IL" sz="1800" b="1" kern="1200" dirty="0">
                <a:solidFill>
                  <a:schemeClr val="tx2"/>
                </a:solidFill>
              </a:endParaRPr>
            </a:p>
          </p:txBody>
        </p:sp>
      </p:grpSp>
      <p:grpSp>
        <p:nvGrpSpPr>
          <p:cNvPr id="8" name="קבוצה 7"/>
          <p:cNvGrpSpPr/>
          <p:nvPr/>
        </p:nvGrpSpPr>
        <p:grpSpPr>
          <a:xfrm>
            <a:off x="6959246" y="3164083"/>
            <a:ext cx="1727554" cy="1494537"/>
            <a:chOff x="4869900" y="2726361"/>
            <a:chExt cx="1727554" cy="1494537"/>
          </a:xfrm>
          <a:scene3d>
            <a:camera prst="orthographicFront"/>
            <a:lightRig rig="threePt" dir="t"/>
          </a:scene3d>
        </p:grpSpPr>
        <p:sp>
          <p:nvSpPr>
            <p:cNvPr id="9" name="משושה 8"/>
            <p:cNvSpPr/>
            <p:nvPr/>
          </p:nvSpPr>
          <p:spPr>
            <a:xfrm>
              <a:off x="4869900" y="2726361"/>
              <a:ext cx="1727554" cy="1494537"/>
            </a:xfrm>
            <a:prstGeom prst="hexagon">
              <a:avLst>
                <a:gd name="adj" fmla="val 28570"/>
                <a:gd name="vf" fmla="val 115470"/>
              </a:avLst>
            </a:prstGeom>
            <a:solidFill>
              <a:schemeClr val="accent4">
                <a:lumMod val="60000"/>
                <a:lumOff val="40000"/>
              </a:schemeClr>
            </a:solidFill>
            <a:sp3d>
              <a:bevelT prst="angle"/>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משושה 4"/>
            <p:cNvSpPr/>
            <p:nvPr/>
          </p:nvSpPr>
          <p:spPr>
            <a:xfrm>
              <a:off x="5156193" y="2974038"/>
              <a:ext cx="1154968" cy="99918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rtl="1">
                <a:lnSpc>
                  <a:spcPct val="90000"/>
                </a:lnSpc>
                <a:spcBef>
                  <a:spcPct val="0"/>
                </a:spcBef>
                <a:spcAft>
                  <a:spcPct val="35000"/>
                </a:spcAft>
              </a:pPr>
              <a:r>
                <a:rPr lang="ar-SA" sz="1600" b="1" kern="1200" dirty="0">
                  <a:solidFill>
                    <a:schemeClr val="tx2"/>
                  </a:solidFill>
                </a:rPr>
                <a:t>المرافق في مكان التجربة العملية </a:t>
              </a:r>
              <a:r>
                <a:rPr lang="he-IL" sz="1600" b="1" kern="1200" dirty="0">
                  <a:solidFill>
                    <a:schemeClr val="tx2"/>
                  </a:solidFill>
                </a:rPr>
                <a:t>(</a:t>
              </a:r>
              <a:r>
                <a:rPr lang="ar-SA" sz="1600" b="1" kern="1200" dirty="0">
                  <a:solidFill>
                    <a:schemeClr val="tx2"/>
                  </a:solidFill>
                </a:rPr>
                <a:t>تقييم الجودة </a:t>
              </a:r>
              <a:r>
                <a:rPr lang="he-IL" sz="1600" b="1" kern="1200" dirty="0">
                  <a:solidFill>
                    <a:schemeClr val="tx2"/>
                  </a:solidFill>
                </a:rPr>
                <a:t>)</a:t>
              </a:r>
            </a:p>
          </p:txBody>
        </p:sp>
      </p:grpSp>
      <p:cxnSp>
        <p:nvCxnSpPr>
          <p:cNvPr id="11" name="מחבר חץ ישר 10"/>
          <p:cNvCxnSpPr/>
          <p:nvPr/>
        </p:nvCxnSpPr>
        <p:spPr>
          <a:xfrm flipV="1">
            <a:off x="6804248" y="2492896"/>
            <a:ext cx="288032" cy="171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מחבר חץ ישר 11"/>
          <p:cNvCxnSpPr/>
          <p:nvPr/>
        </p:nvCxnSpPr>
        <p:spPr>
          <a:xfrm flipV="1">
            <a:off x="6814361" y="4315814"/>
            <a:ext cx="288032" cy="171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 name="קבוצה 12"/>
          <p:cNvGrpSpPr/>
          <p:nvPr/>
        </p:nvGrpSpPr>
        <p:grpSpPr>
          <a:xfrm>
            <a:off x="5508104" y="5733256"/>
            <a:ext cx="1727554" cy="1494537"/>
            <a:chOff x="3428910" y="3569535"/>
            <a:chExt cx="1727554" cy="1494537"/>
          </a:xfrm>
          <a:scene3d>
            <a:camera prst="orthographicFront"/>
            <a:lightRig rig="threePt" dir="t"/>
          </a:scene3d>
        </p:grpSpPr>
        <p:sp>
          <p:nvSpPr>
            <p:cNvPr id="14" name="משושה 13"/>
            <p:cNvSpPr/>
            <p:nvPr/>
          </p:nvSpPr>
          <p:spPr>
            <a:xfrm>
              <a:off x="3428910" y="3569535"/>
              <a:ext cx="1727554" cy="1494537"/>
            </a:xfrm>
            <a:prstGeom prst="hexagon">
              <a:avLst>
                <a:gd name="adj" fmla="val 28570"/>
                <a:gd name="vf" fmla="val 115470"/>
              </a:avLst>
            </a:prstGeom>
            <a:solidFill>
              <a:srgbClr val="B8AF82"/>
            </a:solidFill>
            <a:sp3d>
              <a:bevelT prst="angle"/>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5" name="משושה 4"/>
            <p:cNvSpPr/>
            <p:nvPr/>
          </p:nvSpPr>
          <p:spPr>
            <a:xfrm>
              <a:off x="3571825" y="3894307"/>
              <a:ext cx="1154968" cy="99918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860" tIns="22860" rIns="22860" bIns="22860" numCol="1" spcCol="1270" anchor="ctr" anchorCtr="0">
              <a:noAutofit/>
            </a:bodyPr>
            <a:lstStyle/>
            <a:p>
              <a:pPr lvl="0" algn="ctr" defTabSz="800100" rtl="1">
                <a:lnSpc>
                  <a:spcPct val="90000"/>
                </a:lnSpc>
                <a:spcBef>
                  <a:spcPct val="0"/>
                </a:spcBef>
                <a:spcAft>
                  <a:spcPct val="35000"/>
                </a:spcAft>
              </a:pPr>
              <a:r>
                <a:rPr lang="ar-SA" sz="1800" b="1" kern="1200" dirty="0">
                  <a:solidFill>
                    <a:schemeClr val="tx2"/>
                  </a:solidFill>
                </a:rPr>
                <a:t>المرافق في مكان التجربة العملية </a:t>
              </a:r>
              <a:endParaRPr lang="he-IL" sz="1800" b="1" kern="1200" dirty="0">
                <a:solidFill>
                  <a:schemeClr val="tx2"/>
                </a:solidFill>
              </a:endParaRPr>
            </a:p>
          </p:txBody>
        </p:sp>
      </p:grpSp>
      <p:cxnSp>
        <p:nvCxnSpPr>
          <p:cNvPr id="16" name="מחבר חץ ישר 15"/>
          <p:cNvCxnSpPr/>
          <p:nvPr/>
        </p:nvCxnSpPr>
        <p:spPr>
          <a:xfrm>
            <a:off x="5219609" y="6058028"/>
            <a:ext cx="288263" cy="175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8" name="קבוצה 17"/>
          <p:cNvGrpSpPr/>
          <p:nvPr/>
        </p:nvGrpSpPr>
        <p:grpSpPr>
          <a:xfrm>
            <a:off x="333697" y="5063082"/>
            <a:ext cx="1727554" cy="1494537"/>
            <a:chOff x="1693808" y="2727389"/>
            <a:chExt cx="1727554" cy="1494537"/>
          </a:xfrm>
          <a:scene3d>
            <a:camera prst="orthographicFront"/>
            <a:lightRig rig="threePt" dir="t"/>
          </a:scene3d>
        </p:grpSpPr>
        <p:sp>
          <p:nvSpPr>
            <p:cNvPr id="19" name="משושה 18"/>
            <p:cNvSpPr/>
            <p:nvPr/>
          </p:nvSpPr>
          <p:spPr>
            <a:xfrm>
              <a:off x="1693808" y="2727389"/>
              <a:ext cx="1727554" cy="1494537"/>
            </a:xfrm>
            <a:prstGeom prst="hexagon">
              <a:avLst>
                <a:gd name="adj" fmla="val 28570"/>
                <a:gd name="vf" fmla="val 115470"/>
              </a:avLst>
            </a:prstGeom>
            <a:solidFill>
              <a:schemeClr val="accent2">
                <a:lumMod val="60000"/>
                <a:lumOff val="40000"/>
              </a:schemeClr>
            </a:solidFill>
            <a:sp3d>
              <a:bevelT prst="angle"/>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0" name="משושה 4"/>
            <p:cNvSpPr/>
            <p:nvPr/>
          </p:nvSpPr>
          <p:spPr>
            <a:xfrm>
              <a:off x="1980101" y="2975066"/>
              <a:ext cx="1154968" cy="99918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rtl="1">
                <a:lnSpc>
                  <a:spcPct val="90000"/>
                </a:lnSpc>
                <a:spcBef>
                  <a:spcPct val="0"/>
                </a:spcBef>
                <a:spcAft>
                  <a:spcPct val="35000"/>
                </a:spcAft>
              </a:pPr>
              <a:r>
                <a:rPr lang="ar-SA" sz="1600" b="1" kern="1200" dirty="0">
                  <a:solidFill>
                    <a:schemeClr val="tx2"/>
                  </a:solidFill>
                </a:rPr>
                <a:t>المعلم في المدرسة </a:t>
              </a:r>
              <a:endParaRPr lang="he-IL" sz="1600" b="1" kern="1200" dirty="0">
                <a:solidFill>
                  <a:schemeClr val="tx2"/>
                </a:solidFill>
              </a:endParaRPr>
            </a:p>
          </p:txBody>
        </p:sp>
      </p:grpSp>
      <p:grpSp>
        <p:nvGrpSpPr>
          <p:cNvPr id="21" name="קבוצה 20"/>
          <p:cNvGrpSpPr/>
          <p:nvPr/>
        </p:nvGrpSpPr>
        <p:grpSpPr>
          <a:xfrm>
            <a:off x="415554" y="1265211"/>
            <a:ext cx="1727554" cy="1494537"/>
            <a:chOff x="1693808" y="917184"/>
            <a:chExt cx="1727554" cy="1494537"/>
          </a:xfrm>
          <a:scene3d>
            <a:camera prst="orthographicFront"/>
            <a:lightRig rig="threePt" dir="t"/>
          </a:scene3d>
        </p:grpSpPr>
        <p:sp>
          <p:nvSpPr>
            <p:cNvPr id="22" name="משושה 21"/>
            <p:cNvSpPr/>
            <p:nvPr/>
          </p:nvSpPr>
          <p:spPr>
            <a:xfrm>
              <a:off x="1693808" y="917184"/>
              <a:ext cx="1727554" cy="1494537"/>
            </a:xfrm>
            <a:prstGeom prst="hexagon">
              <a:avLst>
                <a:gd name="adj" fmla="val 28570"/>
                <a:gd name="vf" fmla="val 115470"/>
              </a:avLst>
            </a:prstGeom>
            <a:solidFill>
              <a:schemeClr val="accent5">
                <a:lumMod val="60000"/>
                <a:lumOff val="40000"/>
              </a:schemeClr>
            </a:solidFill>
            <a:sp3d>
              <a:bevelT prst="angle"/>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3" name="משושה 4"/>
            <p:cNvSpPr/>
            <p:nvPr/>
          </p:nvSpPr>
          <p:spPr>
            <a:xfrm>
              <a:off x="1980101" y="1164861"/>
              <a:ext cx="1154968" cy="99918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860" tIns="22860" rIns="22860" bIns="22860" numCol="1" spcCol="1270" anchor="ctr" anchorCtr="0">
              <a:noAutofit/>
            </a:bodyPr>
            <a:lstStyle/>
            <a:p>
              <a:pPr lvl="0" algn="ctr" defTabSz="800100" rtl="1">
                <a:lnSpc>
                  <a:spcPct val="90000"/>
                </a:lnSpc>
                <a:spcBef>
                  <a:spcPct val="0"/>
                </a:spcBef>
                <a:spcAft>
                  <a:spcPct val="35000"/>
                </a:spcAft>
              </a:pPr>
              <a:r>
                <a:rPr lang="ar-SA" b="1" dirty="0">
                  <a:solidFill>
                    <a:schemeClr val="tx2"/>
                  </a:solidFill>
                </a:rPr>
                <a:t>المعلم في المدرسة </a:t>
              </a:r>
              <a:endParaRPr lang="he-IL" sz="1800" b="1" kern="1200" dirty="0">
                <a:solidFill>
                  <a:schemeClr val="tx2"/>
                </a:solidFill>
              </a:endParaRPr>
            </a:p>
          </p:txBody>
        </p:sp>
      </p:grpSp>
      <p:cxnSp>
        <p:nvCxnSpPr>
          <p:cNvPr id="24" name="מחבר חץ ישר 23"/>
          <p:cNvCxnSpPr/>
          <p:nvPr/>
        </p:nvCxnSpPr>
        <p:spPr>
          <a:xfrm flipH="1">
            <a:off x="1999412" y="5310759"/>
            <a:ext cx="286293" cy="206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מחבר חץ ישר 26"/>
          <p:cNvCxnSpPr/>
          <p:nvPr/>
        </p:nvCxnSpPr>
        <p:spPr>
          <a:xfrm flipH="1" flipV="1">
            <a:off x="1999412" y="2408211"/>
            <a:ext cx="270233" cy="188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תמונה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p:cNvSpPr txBox="1"/>
          <p:nvPr/>
        </p:nvSpPr>
        <p:spPr>
          <a:xfrm>
            <a:off x="603349" y="311150"/>
            <a:ext cx="1631950" cy="707886"/>
          </a:xfrm>
          <a:prstGeom prst="rect">
            <a:avLst/>
          </a:prstGeom>
          <a:noFill/>
        </p:spPr>
        <p:txBody>
          <a:bodyPr wrap="square">
            <a:spAutoFit/>
          </a:bodyPr>
          <a:lstStyle/>
          <a:p>
            <a:pPr algn="ctr">
              <a:defRPr/>
            </a:pPr>
            <a:r>
              <a:rPr lang="he-IL" sz="1000" b="1" dirty="0">
                <a:solidFill>
                  <a:schemeClr val="tx1">
                    <a:lumMod val="65000"/>
                    <a:lumOff val="35000"/>
                  </a:schemeClr>
                </a:solidFill>
                <a:latin typeface="Gisha" panose="020B0502040204020203" pitchFamily="34" charset="-79"/>
                <a:cs typeface="Gisha" panose="020B0502040204020203" pitchFamily="34" charset="-79"/>
              </a:rPr>
              <a:t>התכנית </a:t>
            </a:r>
          </a:p>
          <a:p>
            <a:pPr algn="ctr">
              <a:defRPr/>
            </a:pPr>
            <a:r>
              <a:rPr lang="he-IL" sz="1000" b="1" dirty="0">
                <a:solidFill>
                  <a:schemeClr val="tx1">
                    <a:lumMod val="65000"/>
                    <a:lumOff val="35000"/>
                  </a:schemeClr>
                </a:solidFill>
                <a:latin typeface="Gisha" panose="020B0502040204020203" pitchFamily="34" charset="-79"/>
                <a:cs typeface="Gisha" panose="020B0502040204020203" pitchFamily="34" charset="-79"/>
              </a:rPr>
              <a:t>להתפתחות אישית ולמעורבות חברתית</a:t>
            </a:r>
          </a:p>
          <a:p>
            <a:pPr algn="ctr">
              <a:defRPr/>
            </a:pPr>
            <a:r>
              <a:rPr lang="he-IL" sz="1000" b="1" dirty="0">
                <a:solidFill>
                  <a:schemeClr val="tx1">
                    <a:lumMod val="65000"/>
                    <a:lumOff val="35000"/>
                  </a:schemeClr>
                </a:solidFill>
                <a:latin typeface="Gisha" panose="020B0502040204020203" pitchFamily="34" charset="-79"/>
                <a:cs typeface="Gisha" panose="020B0502040204020203" pitchFamily="34" charset="-79"/>
              </a:rPr>
              <a:t>משרד החינוך</a:t>
            </a:r>
            <a:endParaRPr lang="en-US" sz="1000" b="1" dirty="0">
              <a:solidFill>
                <a:schemeClr val="tx1">
                  <a:lumMod val="65000"/>
                  <a:lumOff val="35000"/>
                </a:schemeClr>
              </a:solidFill>
              <a:latin typeface="Gisha" panose="020B0502040204020203" pitchFamily="34" charset="-79"/>
              <a:cs typeface="Gisha" panose="020B0502040204020203" pitchFamily="34" charset="-79"/>
            </a:endParaRPr>
          </a:p>
        </p:txBody>
      </p:sp>
    </p:spTree>
    <p:extLst>
      <p:ext uri="{BB962C8B-B14F-4D97-AF65-F5344CB8AC3E}">
        <p14:creationId xmlns:p14="http://schemas.microsoft.com/office/powerpoint/2010/main" val="194546521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6" descr="C:\Users\user\Downloads\Untitled design (3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9850"/>
            <a:ext cx="91440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מציין מיקום תוכן 3"/>
          <p:cNvGraphicFramePr>
            <a:graphicFrameLocks/>
          </p:cNvGraphicFramePr>
          <p:nvPr>
            <p:extLst>
              <p:ext uri="{D42A27DB-BD31-4B8C-83A1-F6EECF244321}">
                <p14:modId xmlns:p14="http://schemas.microsoft.com/office/powerpoint/2010/main" val="2768332420"/>
              </p:ext>
            </p:extLst>
          </p:nvPr>
        </p:nvGraphicFramePr>
        <p:xfrm>
          <a:off x="0" y="764704"/>
          <a:ext cx="9117355" cy="6305977"/>
        </p:xfrm>
        <a:graphic>
          <a:graphicData uri="http://schemas.openxmlformats.org/drawingml/2006/table">
            <a:tbl>
              <a:tblPr rtl="1">
                <a:effectLst>
                  <a:outerShdw blurRad="50800" dist="38100" dir="2700000" algn="tl" rotWithShape="0">
                    <a:prstClr val="black">
                      <a:alpha val="40000"/>
                    </a:prstClr>
                  </a:outerShdw>
                </a:effectLst>
                <a:tableStyleId>{5940675A-B579-460E-94D1-54222C63F5DA}</a:tableStyleId>
              </a:tblPr>
              <a:tblGrid>
                <a:gridCol w="3049419">
                  <a:extLst>
                    <a:ext uri="{9D8B030D-6E8A-4147-A177-3AD203B41FA5}">
                      <a16:colId xmlns:a16="http://schemas.microsoft.com/office/drawing/2014/main" val="20000"/>
                    </a:ext>
                  </a:extLst>
                </a:gridCol>
                <a:gridCol w="2014529">
                  <a:extLst>
                    <a:ext uri="{9D8B030D-6E8A-4147-A177-3AD203B41FA5}">
                      <a16:colId xmlns:a16="http://schemas.microsoft.com/office/drawing/2014/main" val="20001"/>
                    </a:ext>
                  </a:extLst>
                </a:gridCol>
                <a:gridCol w="2007563">
                  <a:extLst>
                    <a:ext uri="{9D8B030D-6E8A-4147-A177-3AD203B41FA5}">
                      <a16:colId xmlns:a16="http://schemas.microsoft.com/office/drawing/2014/main" val="20002"/>
                    </a:ext>
                  </a:extLst>
                </a:gridCol>
                <a:gridCol w="2045844">
                  <a:extLst>
                    <a:ext uri="{9D8B030D-6E8A-4147-A177-3AD203B41FA5}">
                      <a16:colId xmlns:a16="http://schemas.microsoft.com/office/drawing/2014/main" val="20003"/>
                    </a:ext>
                  </a:extLst>
                </a:gridCol>
              </a:tblGrid>
              <a:tr h="548845">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ctr" defTabSz="914400" rtl="1" eaLnBrk="1" fontAlgn="base" latinLnBrk="0" hangingPunct="1">
                        <a:lnSpc>
                          <a:spcPct val="115000"/>
                        </a:lnSpc>
                        <a:spcBef>
                          <a:spcPct val="0"/>
                        </a:spcBef>
                        <a:spcAft>
                          <a:spcPts val="1000"/>
                        </a:spcAft>
                        <a:buClrTx/>
                        <a:buSzTx/>
                        <a:buFontTx/>
                        <a:buNone/>
                        <a:tabLst/>
                      </a:pPr>
                      <a:r>
                        <a:rPr kumimoji="0" lang="ar-SA" altLang="he-IL" sz="2000" u="none" strike="noStrike" cap="none" normalizeH="0" baseline="0" dirty="0">
                          <a:ln>
                            <a:noFill/>
                          </a:ln>
                          <a:solidFill>
                            <a:schemeClr val="bg1"/>
                          </a:solidFill>
                          <a:effectLst/>
                        </a:rPr>
                        <a:t>اطر البرنامج </a:t>
                      </a:r>
                      <a:endParaRPr kumimoji="0" lang="en-US" altLang="he-IL" sz="2000" b="1" i="0" u="none" strike="noStrike" cap="none" normalizeH="0" baseline="0" dirty="0">
                        <a:ln>
                          <a:noFill/>
                        </a:ln>
                        <a:solidFill>
                          <a:schemeClr val="bg1"/>
                        </a:solidFill>
                        <a:effectLst/>
                        <a:latin typeface="Calibri" pitchFamily="34" charset="0"/>
                        <a:cs typeface="Calibri" pitchFamily="34" charset="0"/>
                      </a:endParaRPr>
                    </a:p>
                  </a:txBody>
                  <a:tcPr marL="68580" marR="68580" marT="0" marB="0" horzOverflow="overflow">
                    <a:solidFill>
                      <a:schemeClr val="accent1">
                        <a:lumMod val="5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ct val="0"/>
                        </a:spcAft>
                        <a:buClrTx/>
                        <a:buSzTx/>
                        <a:buFontTx/>
                        <a:buNone/>
                        <a:tabLst/>
                      </a:pPr>
                      <a:r>
                        <a:rPr kumimoji="0" lang="ar-SA" altLang="he-IL" sz="1600" b="1" u="none" strike="noStrike" cap="none" normalizeH="0" baseline="0" dirty="0">
                          <a:ln>
                            <a:noFill/>
                          </a:ln>
                          <a:solidFill>
                            <a:schemeClr val="bg1"/>
                          </a:solidFill>
                          <a:effectLst/>
                        </a:rPr>
                        <a:t>الصف العاشر -</a:t>
                      </a:r>
                      <a:endParaRPr kumimoji="0" lang="en-US" altLang="he-IL" sz="1600" b="1" u="none" strike="noStrike" cap="none" normalizeH="0" baseline="0" dirty="0">
                        <a:ln>
                          <a:noFill/>
                        </a:ln>
                        <a:solidFill>
                          <a:schemeClr val="bg1"/>
                        </a:solidFill>
                        <a:effectLst/>
                      </a:endParaRPr>
                    </a:p>
                    <a:p>
                      <a:pPr marL="0" marR="0" lvl="0" indent="0" algn="r" defTabSz="914400" rtl="1" eaLnBrk="1" fontAlgn="base" latinLnBrk="0" hangingPunct="1">
                        <a:lnSpc>
                          <a:spcPct val="115000"/>
                        </a:lnSpc>
                        <a:spcBef>
                          <a:spcPct val="0"/>
                        </a:spcBef>
                        <a:spcAft>
                          <a:spcPct val="0"/>
                        </a:spcAft>
                        <a:buClrTx/>
                        <a:buSzTx/>
                        <a:buFontTx/>
                        <a:buNone/>
                        <a:tabLst/>
                      </a:pPr>
                      <a:r>
                        <a:rPr kumimoji="0" lang="ar-JO" altLang="he-IL" sz="1600" b="1" i="0" u="none" strike="noStrike" cap="none" normalizeH="0" baseline="0" dirty="0">
                          <a:ln>
                            <a:noFill/>
                          </a:ln>
                          <a:solidFill>
                            <a:schemeClr val="bg1"/>
                          </a:solidFill>
                          <a:effectLst/>
                          <a:latin typeface="Gisha" panose="020B0502040204020203" pitchFamily="34" charset="-79"/>
                          <a:cs typeface="Gisha" panose="020B0502040204020203" pitchFamily="34" charset="-79"/>
                        </a:rPr>
                        <a:t>انا والمجتمع المحلي</a:t>
                      </a:r>
                      <a:endParaRPr kumimoji="0" lang="en-US" altLang="he-IL" sz="1600" b="1" i="0" u="none" strike="noStrike" cap="none" normalizeH="0" baseline="0" dirty="0">
                        <a:ln>
                          <a:noFill/>
                        </a:ln>
                        <a:solidFill>
                          <a:schemeClr val="bg1"/>
                        </a:solidFill>
                        <a:effectLst/>
                        <a:latin typeface="Gisha" panose="020B0502040204020203" pitchFamily="34" charset="-79"/>
                        <a:cs typeface="Gisha" panose="020B0502040204020203" pitchFamily="34" charset="-79"/>
                      </a:endParaRPr>
                    </a:p>
                  </a:txBody>
                  <a:tcPr marL="68580" marR="68580" marT="0" marB="0" horzOverflow="overflow">
                    <a:solidFill>
                      <a:schemeClr val="accent1">
                        <a:lumMod val="5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ct val="0"/>
                        </a:spcAft>
                        <a:buClrTx/>
                        <a:buSzTx/>
                        <a:buFontTx/>
                        <a:buNone/>
                        <a:tabLst/>
                      </a:pPr>
                      <a:r>
                        <a:rPr kumimoji="0" lang="ar-SA" altLang="he-IL" sz="1600" b="1" u="none" strike="noStrike" cap="none" normalizeH="0" baseline="0" dirty="0">
                          <a:ln>
                            <a:noFill/>
                          </a:ln>
                          <a:solidFill>
                            <a:schemeClr val="bg1"/>
                          </a:solidFill>
                          <a:effectLst/>
                        </a:rPr>
                        <a:t>الصف الحادي العشر </a:t>
                      </a:r>
                      <a:r>
                        <a:rPr kumimoji="0" lang="he-IL" altLang="he-IL" sz="1600" b="1" u="none" strike="noStrike" cap="none" normalizeH="0" baseline="0" dirty="0">
                          <a:ln>
                            <a:noFill/>
                          </a:ln>
                          <a:solidFill>
                            <a:schemeClr val="bg1"/>
                          </a:solidFill>
                          <a:effectLst/>
                        </a:rPr>
                        <a:t>–</a:t>
                      </a:r>
                      <a:r>
                        <a:rPr kumimoji="0" lang="ar-SA" altLang="he-IL" sz="1600" b="1" i="0" u="none" strike="noStrike" cap="none" normalizeH="0" baseline="0" dirty="0">
                          <a:ln>
                            <a:noFill/>
                          </a:ln>
                          <a:solidFill>
                            <a:schemeClr val="bg1"/>
                          </a:solidFill>
                          <a:effectLst/>
                          <a:latin typeface="Calibri" pitchFamily="34" charset="0"/>
                          <a:cs typeface="Calibri" pitchFamily="34" charset="0"/>
                        </a:rPr>
                        <a:t>أنا والمجتمع </a:t>
                      </a:r>
                      <a:endParaRPr kumimoji="0" lang="en-US" altLang="he-IL" sz="1600" b="1" u="none" strike="noStrike" cap="none" normalizeH="0" baseline="0" dirty="0">
                        <a:ln>
                          <a:noFill/>
                        </a:ln>
                        <a:solidFill>
                          <a:schemeClr val="bg1"/>
                        </a:solidFill>
                        <a:effectLst/>
                      </a:endParaRPr>
                    </a:p>
                  </a:txBody>
                  <a:tcPr marL="68580" marR="68580" marT="0" marB="0" horzOverflow="overflow">
                    <a:solidFill>
                      <a:schemeClr val="accent1">
                        <a:lumMod val="5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ct val="0"/>
                        </a:spcAft>
                        <a:buClrTx/>
                        <a:buSzTx/>
                        <a:buFontTx/>
                        <a:buNone/>
                        <a:tabLst/>
                      </a:pPr>
                      <a:r>
                        <a:rPr kumimoji="0" lang="ar-SA" altLang="he-IL" sz="1600" b="1" u="none" strike="noStrike" cap="none" normalizeH="0" baseline="0" dirty="0">
                          <a:ln>
                            <a:noFill/>
                          </a:ln>
                          <a:solidFill>
                            <a:schemeClr val="bg1"/>
                          </a:solidFill>
                          <a:effectLst/>
                        </a:rPr>
                        <a:t>الصف الثاني العشر </a:t>
                      </a:r>
                      <a:r>
                        <a:rPr kumimoji="0" lang="he-IL" altLang="he-IL" sz="1600" b="1" u="none" strike="noStrike" cap="none" normalizeH="0" baseline="0" dirty="0">
                          <a:ln>
                            <a:noFill/>
                          </a:ln>
                          <a:solidFill>
                            <a:schemeClr val="bg1"/>
                          </a:solidFill>
                          <a:effectLst/>
                        </a:rPr>
                        <a:t>–</a:t>
                      </a:r>
                      <a:endParaRPr kumimoji="0" lang="ar-SA" altLang="he-IL" sz="1600" b="1" u="none" strike="noStrike" cap="none" normalizeH="0" baseline="0" dirty="0">
                        <a:ln>
                          <a:noFill/>
                        </a:ln>
                        <a:solidFill>
                          <a:schemeClr val="bg1"/>
                        </a:solidFill>
                        <a:effectLst/>
                      </a:endParaRPr>
                    </a:p>
                    <a:p>
                      <a:pPr marL="0" marR="0" lvl="0" indent="0" algn="r" defTabSz="914400" rtl="1" eaLnBrk="1" fontAlgn="base" latinLnBrk="0" hangingPunct="1">
                        <a:lnSpc>
                          <a:spcPct val="115000"/>
                        </a:lnSpc>
                        <a:spcBef>
                          <a:spcPct val="0"/>
                        </a:spcBef>
                        <a:spcAft>
                          <a:spcPct val="0"/>
                        </a:spcAft>
                        <a:buClrTx/>
                        <a:buSzTx/>
                        <a:buFontTx/>
                        <a:buNone/>
                        <a:tabLst/>
                      </a:pPr>
                      <a:r>
                        <a:rPr kumimoji="0" lang="ar-SA" altLang="he-IL" sz="1600" b="1" i="0" u="none" strike="noStrike" cap="none" normalizeH="0" baseline="0" dirty="0">
                          <a:ln>
                            <a:noFill/>
                          </a:ln>
                          <a:solidFill>
                            <a:schemeClr val="bg1"/>
                          </a:solidFill>
                          <a:effectLst/>
                          <a:latin typeface="Calibri" pitchFamily="34" charset="0"/>
                          <a:cs typeface="Calibri" pitchFamily="34" charset="0"/>
                        </a:rPr>
                        <a:t>أنا والدولة  </a:t>
                      </a:r>
                      <a:endParaRPr kumimoji="0" lang="en-US" altLang="he-IL" sz="1600" b="1" u="none" strike="noStrike" cap="none" normalizeH="0" baseline="0" dirty="0">
                        <a:ln>
                          <a:noFill/>
                        </a:ln>
                        <a:solidFill>
                          <a:schemeClr val="bg1"/>
                        </a:solidFill>
                        <a:effectLst/>
                      </a:endParaRPr>
                    </a:p>
                  </a:txBody>
                  <a:tcPr marL="68580" marR="68580" marT="0" marB="0" horzOverflow="overflow">
                    <a:solidFill>
                      <a:schemeClr val="accent1">
                        <a:lumMod val="50000"/>
                      </a:schemeClr>
                    </a:solidFill>
                  </a:tcPr>
                </a:tc>
                <a:extLst>
                  <a:ext uri="{0D108BD9-81ED-4DB2-BD59-A6C34878D82A}">
                    <a16:rowId xmlns:a16="http://schemas.microsoft.com/office/drawing/2014/main" val="10000"/>
                  </a:ext>
                </a:extLst>
              </a:tr>
              <a:tr h="308725">
                <a:tc>
                  <a:txBody>
                    <a:bodyPr/>
                    <a:lstStyle/>
                    <a:p>
                      <a:pPr marL="0" marR="0" lvl="0" indent="0" algn="r" defTabSz="914400" rtl="1" eaLnBrk="1" fontAlgn="base" latinLnBrk="0" hangingPunct="1">
                        <a:lnSpc>
                          <a:spcPct val="115000"/>
                        </a:lnSpc>
                        <a:spcBef>
                          <a:spcPct val="0"/>
                        </a:spcBef>
                        <a:spcAft>
                          <a:spcPts val="1000"/>
                        </a:spcAft>
                        <a:buClrTx/>
                        <a:buSzTx/>
                        <a:buFont typeface="+mj-lt"/>
                        <a:buNone/>
                        <a:tabLst/>
                      </a:pPr>
                      <a:r>
                        <a:rPr kumimoji="0" lang="ar-SA" altLang="he-IL" sz="1800" b="1" u="none" strike="noStrike" cap="none" normalizeH="0" baseline="0" dirty="0">
                          <a:ln>
                            <a:noFill/>
                          </a:ln>
                          <a:solidFill>
                            <a:schemeClr val="accent2">
                              <a:lumMod val="75000"/>
                            </a:schemeClr>
                          </a:solidFill>
                          <a:effectLst/>
                        </a:rPr>
                        <a:t>محور عملي </a:t>
                      </a:r>
                      <a:r>
                        <a:rPr kumimoji="0" lang="he-IL" altLang="he-IL" sz="1800" b="1" u="none" strike="noStrike" cap="none" normalizeH="0" baseline="0" dirty="0">
                          <a:ln>
                            <a:noFill/>
                          </a:ln>
                          <a:solidFill>
                            <a:schemeClr val="accent2">
                              <a:lumMod val="75000"/>
                            </a:schemeClr>
                          </a:solidFill>
                          <a:effectLst/>
                        </a:rPr>
                        <a:t>–</a:t>
                      </a:r>
                      <a:r>
                        <a:rPr kumimoji="0" lang="ar-SA" altLang="he-IL" sz="1800" b="1" u="none" strike="noStrike" cap="none" normalizeH="0" baseline="0" dirty="0">
                          <a:ln>
                            <a:noFill/>
                          </a:ln>
                          <a:solidFill>
                            <a:schemeClr val="accent2">
                              <a:lumMod val="75000"/>
                            </a:schemeClr>
                          </a:solidFill>
                          <a:effectLst/>
                        </a:rPr>
                        <a:t>وقت الطالب</a:t>
                      </a:r>
                      <a:endParaRPr kumimoji="0" lang="en-US" altLang="he-IL" sz="1800" b="1" i="0" u="none" strike="noStrike" cap="none" normalizeH="0" baseline="0" dirty="0">
                        <a:ln>
                          <a:noFill/>
                        </a:ln>
                        <a:solidFill>
                          <a:schemeClr val="accent2">
                            <a:lumMod val="75000"/>
                          </a:schemeClr>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15000"/>
                        </a:lnSpc>
                        <a:spcBef>
                          <a:spcPct val="0"/>
                        </a:spcBef>
                        <a:spcAft>
                          <a:spcPts val="1000"/>
                        </a:spcAft>
                        <a:buClrTx/>
                        <a:buSzTx/>
                        <a:buFontTx/>
                        <a:buNone/>
                        <a:tabLst/>
                      </a:pPr>
                      <a:endParaRPr kumimoji="0" lang="en-US" altLang="he-IL" sz="1600" b="0" i="0" u="none" strike="noStrike" cap="none" normalizeH="0" baseline="0" dirty="0">
                        <a:ln>
                          <a:noFill/>
                        </a:ln>
                        <a:solidFill>
                          <a:srgbClr val="000000"/>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15000"/>
                        </a:lnSpc>
                        <a:spcBef>
                          <a:spcPct val="0"/>
                        </a:spcBef>
                        <a:spcAft>
                          <a:spcPts val="1000"/>
                        </a:spcAft>
                        <a:buClrTx/>
                        <a:buSzTx/>
                        <a:buFontTx/>
                        <a:buNone/>
                        <a:tabLst/>
                      </a:pPr>
                      <a:endParaRPr kumimoji="0" lang="en-US" altLang="he-IL" sz="1600" b="0" i="0" u="none" strike="noStrike" cap="none" normalizeH="0" baseline="0" dirty="0">
                        <a:ln>
                          <a:noFill/>
                        </a:ln>
                        <a:solidFill>
                          <a:srgbClr val="000000"/>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15000"/>
                        </a:lnSpc>
                        <a:spcBef>
                          <a:spcPct val="0"/>
                        </a:spcBef>
                        <a:spcAft>
                          <a:spcPts val="1000"/>
                        </a:spcAft>
                        <a:buClrTx/>
                        <a:buSzTx/>
                        <a:buFontTx/>
                        <a:buNone/>
                        <a:tabLst/>
                      </a:pPr>
                      <a:endParaRPr kumimoji="0" lang="en-US" altLang="he-IL" sz="1600" b="0" i="0" u="none" strike="noStrike" cap="none" normalizeH="0" baseline="0" dirty="0">
                        <a:ln>
                          <a:noFill/>
                        </a:ln>
                        <a:solidFill>
                          <a:srgbClr val="000000"/>
                        </a:solidFill>
                        <a:effectLst/>
                        <a:latin typeface="Arial" pitchFamily="34" charset="0"/>
                        <a:cs typeface="Arial" pitchFamily="34" charset="0"/>
                      </a:endParaRPr>
                    </a:p>
                  </a:txBody>
                  <a:tcPr marL="68580" marR="68580" marT="0" marB="0" horzOverflow="overflow">
                    <a:solidFill>
                      <a:schemeClr val="bg2">
                        <a:lumMod val="90000"/>
                      </a:schemeClr>
                    </a:solidFill>
                  </a:tcPr>
                </a:tc>
                <a:extLst>
                  <a:ext uri="{0D108BD9-81ED-4DB2-BD59-A6C34878D82A}">
                    <a16:rowId xmlns:a16="http://schemas.microsoft.com/office/drawing/2014/main" val="10001"/>
                  </a:ext>
                </a:extLst>
              </a:tr>
              <a:tr h="282626">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ts val="1000"/>
                        </a:spcAft>
                        <a:buClrTx/>
                        <a:buSzTx/>
                        <a:buFont typeface="+mj-lt"/>
                        <a:buNone/>
                        <a:tabLst/>
                      </a:pPr>
                      <a:r>
                        <a:rPr kumimoji="0" lang="ar-SA" altLang="he-IL" sz="1600" b="1" u="none" strike="noStrike" cap="none" normalizeH="0" baseline="0" dirty="0">
                          <a:ln>
                            <a:noFill/>
                          </a:ln>
                          <a:solidFill>
                            <a:schemeClr val="tx2">
                              <a:lumMod val="50000"/>
                            </a:schemeClr>
                          </a:solidFill>
                          <a:effectLst/>
                        </a:rPr>
                        <a:t>التجربة العملية الذاتية </a:t>
                      </a:r>
                      <a:endParaRPr kumimoji="0" lang="en-US" altLang="he-IL" sz="1600" b="1" i="0" u="none" strike="noStrike" cap="none" normalizeH="0" baseline="0" dirty="0">
                        <a:ln>
                          <a:noFill/>
                        </a:ln>
                        <a:solidFill>
                          <a:schemeClr val="tx2">
                            <a:lumMod val="50000"/>
                          </a:schemeClr>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ts val="1000"/>
                        </a:spcAft>
                        <a:buClrTx/>
                        <a:buSzTx/>
                        <a:buFontTx/>
                        <a:buNone/>
                        <a:tabLst/>
                      </a:pPr>
                      <a:r>
                        <a:rPr kumimoji="0" lang="he-IL" altLang="he-IL" sz="1600" b="1" u="none" strike="noStrike" cap="none" normalizeH="0" baseline="0" dirty="0">
                          <a:ln>
                            <a:noFill/>
                          </a:ln>
                          <a:solidFill>
                            <a:schemeClr val="accent2">
                              <a:lumMod val="50000"/>
                            </a:schemeClr>
                          </a:solidFill>
                          <a:effectLst/>
                        </a:rPr>
                        <a:t>60 </a:t>
                      </a:r>
                      <a:r>
                        <a:rPr kumimoji="0" lang="ar-SA" altLang="he-IL" sz="1600" b="1" u="none" strike="noStrike" cap="none" normalizeH="0" baseline="0" dirty="0">
                          <a:ln>
                            <a:noFill/>
                          </a:ln>
                          <a:solidFill>
                            <a:schemeClr val="accent2">
                              <a:lumMod val="50000"/>
                            </a:schemeClr>
                          </a:solidFill>
                          <a:effectLst/>
                        </a:rPr>
                        <a:t>ساعة </a:t>
                      </a:r>
                      <a:r>
                        <a:rPr kumimoji="0" lang="he-IL" altLang="he-IL" sz="1600" b="1" u="none" strike="noStrike" cap="none" normalizeH="0" baseline="0" dirty="0">
                          <a:ln>
                            <a:noFill/>
                          </a:ln>
                          <a:solidFill>
                            <a:schemeClr val="accent2">
                              <a:lumMod val="50000"/>
                            </a:schemeClr>
                          </a:solidFill>
                          <a:effectLst/>
                        </a:rPr>
                        <a:t> </a:t>
                      </a:r>
                      <a:endParaRPr kumimoji="0" lang="en-US" altLang="he-IL" sz="1600" b="1" i="0" u="none" strike="noStrike" cap="none" normalizeH="0" baseline="0" dirty="0">
                        <a:ln>
                          <a:noFill/>
                        </a:ln>
                        <a:solidFill>
                          <a:schemeClr val="accent2">
                            <a:lumMod val="50000"/>
                          </a:schemeClr>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ts val="1000"/>
                        </a:spcAft>
                        <a:buClrTx/>
                        <a:buSzTx/>
                        <a:buFontTx/>
                        <a:buNone/>
                        <a:tabLst/>
                      </a:pPr>
                      <a:r>
                        <a:rPr kumimoji="0" lang="he-IL"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rPr>
                        <a:t>30 </a:t>
                      </a:r>
                      <a:r>
                        <a:rPr kumimoji="0" lang="ar-SA"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rPr>
                        <a:t>ساعة </a:t>
                      </a:r>
                      <a:endParaRPr kumimoji="0" lang="en-US"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endParaRPr>
                    </a:p>
                  </a:txBody>
                  <a:tcPr marL="68580" marR="68580" marT="0" marB="0" horzOverflow="overflow">
                    <a:solidFill>
                      <a:schemeClr val="bg2">
                        <a:lumMod val="9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ts val="1000"/>
                        </a:spcAft>
                        <a:buClrTx/>
                        <a:buSzTx/>
                        <a:buFontTx/>
                        <a:buNone/>
                        <a:tabLst/>
                        <a:defRPr/>
                      </a:pPr>
                      <a:r>
                        <a:rPr kumimoji="0" lang="he-IL" altLang="he-IL" sz="1600" u="none" strike="noStrike" cap="none" normalizeH="0" baseline="0" dirty="0">
                          <a:ln>
                            <a:noFill/>
                          </a:ln>
                          <a:effectLst/>
                        </a:rPr>
                        <a:t>-</a:t>
                      </a:r>
                    </a:p>
                  </a:txBody>
                  <a:tcPr marL="68580" marR="68580" marT="0" marB="0" horzOverflow="overflow">
                    <a:solidFill>
                      <a:schemeClr val="bg2">
                        <a:lumMod val="90000"/>
                      </a:schemeClr>
                    </a:solidFill>
                  </a:tcPr>
                </a:tc>
                <a:extLst>
                  <a:ext uri="{0D108BD9-81ED-4DB2-BD59-A6C34878D82A}">
                    <a16:rowId xmlns:a16="http://schemas.microsoft.com/office/drawing/2014/main" val="10002"/>
                  </a:ext>
                </a:extLst>
              </a:tr>
              <a:tr h="342201">
                <a:tc>
                  <a:txBody>
                    <a:bodyPr/>
                    <a:lstStyle/>
                    <a:p>
                      <a:pPr marL="0" marR="0" lvl="0" indent="0" algn="r" defTabSz="914400" rtl="1" eaLnBrk="1" fontAlgn="base" latinLnBrk="0" hangingPunct="1">
                        <a:lnSpc>
                          <a:spcPct val="115000"/>
                        </a:lnSpc>
                        <a:spcBef>
                          <a:spcPct val="0"/>
                        </a:spcBef>
                        <a:spcAft>
                          <a:spcPts val="1000"/>
                        </a:spcAft>
                        <a:buClrTx/>
                        <a:buSzTx/>
                        <a:buFont typeface="+mj-lt"/>
                        <a:buNone/>
                        <a:tabLst/>
                      </a:pPr>
                      <a:r>
                        <a:rPr kumimoji="0" lang="ar-SA" altLang="he-IL" sz="1600" b="1" i="0" u="none" strike="noStrike" cap="none" normalizeH="0" baseline="0" dirty="0">
                          <a:ln>
                            <a:noFill/>
                          </a:ln>
                          <a:solidFill>
                            <a:schemeClr val="tx2">
                              <a:lumMod val="50000"/>
                            </a:schemeClr>
                          </a:solidFill>
                          <a:effectLst/>
                          <a:latin typeface="Calibri" pitchFamily="34" charset="0"/>
                          <a:cs typeface="Calibri" pitchFamily="34" charset="0"/>
                        </a:rPr>
                        <a:t>التجربة العملية للحصول على الامتياز        </a:t>
                      </a:r>
                      <a:r>
                        <a:rPr kumimoji="0" lang="ar-SA" altLang="he-IL" sz="1600" b="1" i="0" u="none" strike="noStrike" cap="none" normalizeH="0" baseline="0">
                          <a:ln>
                            <a:noFill/>
                          </a:ln>
                          <a:solidFill>
                            <a:schemeClr val="tx2">
                              <a:lumMod val="50000"/>
                            </a:schemeClr>
                          </a:solidFill>
                          <a:effectLst/>
                          <a:latin typeface="Calibri" pitchFamily="34" charset="0"/>
                          <a:cs typeface="Calibri" pitchFamily="34" charset="0"/>
                        </a:rPr>
                        <a:t>( التفوق) </a:t>
                      </a:r>
                      <a:endParaRPr kumimoji="0" lang="en-US" altLang="he-IL" sz="1600" b="1" i="0" u="none" strike="noStrike" cap="none" normalizeH="0" baseline="0" dirty="0">
                        <a:ln>
                          <a:noFill/>
                        </a:ln>
                        <a:solidFill>
                          <a:schemeClr val="tx2">
                            <a:lumMod val="50000"/>
                          </a:schemeClr>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15000"/>
                        </a:lnSpc>
                        <a:spcBef>
                          <a:spcPct val="0"/>
                        </a:spcBef>
                        <a:spcAft>
                          <a:spcPts val="1000"/>
                        </a:spcAft>
                        <a:buClrTx/>
                        <a:buSzTx/>
                        <a:buFontTx/>
                        <a:buNone/>
                        <a:tabLst/>
                      </a:pPr>
                      <a:r>
                        <a:rPr kumimoji="0" lang="ar-SA" altLang="he-IL" sz="1600" b="1" i="0" u="none" strike="noStrike" cap="none" normalizeH="0" baseline="0" dirty="0">
                          <a:ln>
                            <a:noFill/>
                          </a:ln>
                          <a:solidFill>
                            <a:schemeClr val="accent2">
                              <a:lumMod val="50000"/>
                            </a:schemeClr>
                          </a:solidFill>
                          <a:effectLst/>
                          <a:latin typeface="Calibri" pitchFamily="34" charset="0"/>
                          <a:cs typeface="Calibri" pitchFamily="34" charset="0"/>
                        </a:rPr>
                        <a:t>أكثر من 60 ساعة </a:t>
                      </a:r>
                      <a:endParaRPr kumimoji="0" lang="en-US" altLang="he-IL" sz="1600" b="1" i="0" u="none" strike="noStrike" cap="none" normalizeH="0" baseline="0" dirty="0">
                        <a:ln>
                          <a:noFill/>
                        </a:ln>
                        <a:solidFill>
                          <a:schemeClr val="accent2">
                            <a:lumMod val="50000"/>
                          </a:schemeClr>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15000"/>
                        </a:lnSpc>
                        <a:spcBef>
                          <a:spcPct val="0"/>
                        </a:spcBef>
                        <a:spcAft>
                          <a:spcPts val="1000"/>
                        </a:spcAft>
                        <a:buClrTx/>
                        <a:buSzTx/>
                        <a:buFontTx/>
                        <a:buNone/>
                        <a:tabLst/>
                      </a:pPr>
                      <a:r>
                        <a:rPr kumimoji="0" lang="ar-SA"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rPr>
                        <a:t>أكثر من 30 ساعة </a:t>
                      </a:r>
                      <a:endParaRPr kumimoji="0" lang="en-US"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15000"/>
                        </a:lnSpc>
                        <a:spcBef>
                          <a:spcPct val="0"/>
                        </a:spcBef>
                        <a:spcAft>
                          <a:spcPts val="1000"/>
                        </a:spcAft>
                        <a:buClrTx/>
                        <a:buSzTx/>
                        <a:buFontTx/>
                        <a:buNone/>
                        <a:tabLst/>
                        <a:defRPr/>
                      </a:pPr>
                      <a:r>
                        <a:rPr kumimoji="0" lang="ar-SA" altLang="he-IL" sz="1600" b="1" u="none" strike="noStrike" cap="none" normalizeH="0" baseline="0" dirty="0">
                          <a:ln>
                            <a:noFill/>
                          </a:ln>
                          <a:solidFill>
                            <a:srgbClr val="C00000"/>
                          </a:solidFill>
                          <a:effectLst/>
                        </a:rPr>
                        <a:t>أكثر من 60 ساعة </a:t>
                      </a:r>
                      <a:endParaRPr kumimoji="0" lang="he-IL" altLang="he-IL" sz="1600" b="1" u="none" strike="noStrike" cap="none" normalizeH="0" baseline="0" dirty="0">
                        <a:ln>
                          <a:noFill/>
                        </a:ln>
                        <a:solidFill>
                          <a:srgbClr val="C00000"/>
                        </a:solidFill>
                        <a:effectLst/>
                      </a:endParaRPr>
                    </a:p>
                  </a:txBody>
                  <a:tcPr marL="68580" marR="68580" marT="0" marB="0" horzOverflow="overflow">
                    <a:solidFill>
                      <a:schemeClr val="bg2">
                        <a:lumMod val="90000"/>
                      </a:schemeClr>
                    </a:solidFill>
                  </a:tcPr>
                </a:tc>
                <a:extLst>
                  <a:ext uri="{0D108BD9-81ED-4DB2-BD59-A6C34878D82A}">
                    <a16:rowId xmlns:a16="http://schemas.microsoft.com/office/drawing/2014/main" val="10003"/>
                  </a:ext>
                </a:extLst>
              </a:tr>
              <a:tr h="1097959">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ts val="1000"/>
                        </a:spcAft>
                        <a:buClrTx/>
                        <a:buSzTx/>
                        <a:buFont typeface="+mj-lt"/>
                        <a:buNone/>
                        <a:tabLst/>
                      </a:pPr>
                      <a:r>
                        <a:rPr kumimoji="0" lang="ar-SA" altLang="he-IL" sz="1600" b="1" u="none" strike="noStrike" cap="none" normalizeH="0" baseline="0" dirty="0">
                          <a:ln>
                            <a:noFill/>
                          </a:ln>
                          <a:solidFill>
                            <a:schemeClr val="tx2">
                              <a:lumMod val="50000"/>
                            </a:schemeClr>
                          </a:solidFill>
                          <a:effectLst/>
                        </a:rPr>
                        <a:t>التجربة العملية الجماعية </a:t>
                      </a:r>
                      <a:r>
                        <a:rPr kumimoji="0" lang="he-IL" altLang="he-IL" sz="1600" b="1" u="none" strike="noStrike" cap="none" normalizeH="0" baseline="0" dirty="0">
                          <a:ln>
                            <a:noFill/>
                          </a:ln>
                          <a:solidFill>
                            <a:schemeClr val="tx2">
                              <a:lumMod val="50000"/>
                            </a:schemeClr>
                          </a:solidFill>
                          <a:effectLst/>
                        </a:rPr>
                        <a:t>(</a:t>
                      </a:r>
                      <a:r>
                        <a:rPr kumimoji="0" lang="ar-SA" altLang="he-IL" sz="1600" b="1" u="none" strike="noStrike" cap="none" normalizeH="0" baseline="0" dirty="0">
                          <a:ln>
                            <a:noFill/>
                          </a:ln>
                          <a:solidFill>
                            <a:schemeClr val="tx2">
                              <a:lumMod val="50000"/>
                            </a:schemeClr>
                          </a:solidFill>
                          <a:effectLst/>
                        </a:rPr>
                        <a:t>المشروع) </a:t>
                      </a:r>
                      <a:r>
                        <a:rPr kumimoji="0" lang="ar-SA" altLang="he-IL" sz="1600" b="1" i="0" u="sng" strike="noStrike" cap="none" normalizeH="0" baseline="0" dirty="0">
                          <a:ln>
                            <a:noFill/>
                          </a:ln>
                          <a:solidFill>
                            <a:schemeClr val="tx2">
                              <a:lumMod val="50000"/>
                            </a:schemeClr>
                          </a:solidFill>
                          <a:effectLst/>
                          <a:latin typeface="Calibri" pitchFamily="34" charset="0"/>
                          <a:cs typeface="Calibri" pitchFamily="34" charset="0"/>
                        </a:rPr>
                        <a:t>ملاحظة </a:t>
                      </a:r>
                      <a:r>
                        <a:rPr kumimoji="0" lang="he-IL" altLang="he-IL" sz="1600" b="1" i="0" u="sng" strike="noStrike" cap="none" normalizeH="0" baseline="0" dirty="0">
                          <a:ln>
                            <a:noFill/>
                          </a:ln>
                          <a:solidFill>
                            <a:schemeClr val="tx2">
                              <a:lumMod val="50000"/>
                            </a:schemeClr>
                          </a:solidFill>
                          <a:effectLst/>
                          <a:latin typeface="Calibri" pitchFamily="34" charset="0"/>
                          <a:cs typeface="Calibri" pitchFamily="34" charset="0"/>
                        </a:rPr>
                        <a:t>: </a:t>
                      </a:r>
                      <a:r>
                        <a:rPr kumimoji="0" lang="ar-SA" altLang="he-IL" sz="1600" b="1" i="0" u="none" strike="noStrike" cap="none" normalizeH="0" baseline="0" dirty="0">
                          <a:ln>
                            <a:noFill/>
                          </a:ln>
                          <a:solidFill>
                            <a:schemeClr val="tx2">
                              <a:lumMod val="50000"/>
                            </a:schemeClr>
                          </a:solidFill>
                          <a:effectLst/>
                          <a:latin typeface="Calibri" pitchFamily="34" charset="0"/>
                          <a:cs typeface="Calibri" pitchFamily="34" charset="0"/>
                        </a:rPr>
                        <a:t>مجموع الساعات في المشروع 30 ساعة كل سنة تشمل التجربة العملية و التعليم النظري</a:t>
                      </a:r>
                      <a:endParaRPr kumimoji="0" lang="en-US" altLang="he-IL" sz="1400" b="1" i="0" u="none" strike="noStrike" cap="none" normalizeH="0" baseline="0" dirty="0">
                        <a:ln>
                          <a:noFill/>
                        </a:ln>
                        <a:solidFill>
                          <a:schemeClr val="tx2">
                            <a:lumMod val="50000"/>
                          </a:schemeClr>
                        </a:solidFill>
                        <a:effectLst/>
                        <a:latin typeface="Calibri" pitchFamily="34" charset="0"/>
                        <a:cs typeface="Calibri" pitchFamily="34" charset="0"/>
                      </a:endParaRPr>
                    </a:p>
                  </a:txBody>
                  <a:tcPr marL="68580" marR="68580" marT="0" marB="0" horzOverflow="overflow">
                    <a:solidFill>
                      <a:schemeClr val="bg2">
                        <a:lumMod val="9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ts val="1000"/>
                        </a:spcAft>
                        <a:buClrTx/>
                        <a:buSzTx/>
                        <a:buFontTx/>
                        <a:buNone/>
                        <a:tabLst/>
                        <a:defRPr/>
                      </a:pPr>
                      <a:r>
                        <a:rPr kumimoji="0" lang="he-IL"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rPr>
                        <a:t>9 </a:t>
                      </a:r>
                      <a:r>
                        <a:rPr kumimoji="0" lang="ar-SA"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rPr>
                        <a:t>ساعات </a:t>
                      </a:r>
                      <a:endParaRPr kumimoji="0" lang="he-IL" altLang="he-IL" sz="1600" b="0" i="0" u="none" strike="noStrike" cap="none" normalizeH="0" baseline="0" dirty="0">
                        <a:ln>
                          <a:noFill/>
                        </a:ln>
                        <a:solidFill>
                          <a:srgbClr val="000000"/>
                        </a:solidFill>
                        <a:effectLst/>
                        <a:latin typeface="Arial" pitchFamily="34" charset="0"/>
                        <a:cs typeface="Arial" pitchFamily="34" charset="0"/>
                      </a:endParaRPr>
                    </a:p>
                  </a:txBody>
                  <a:tcPr marL="68580" marR="68580" marT="0" marB="0" horzOverflow="overflow">
                    <a:solidFill>
                      <a:schemeClr val="bg2">
                        <a:lumMod val="90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15000"/>
                        </a:lnSpc>
                        <a:spcBef>
                          <a:spcPct val="0"/>
                        </a:spcBef>
                        <a:spcAft>
                          <a:spcPts val="1000"/>
                        </a:spcAft>
                        <a:buClrTx/>
                        <a:buSzTx/>
                        <a:buFontTx/>
                        <a:buNone/>
                        <a:tabLst/>
                        <a:defRPr/>
                      </a:pPr>
                      <a:r>
                        <a:rPr kumimoji="0" lang="he-IL"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rPr>
                        <a:t>21 </a:t>
                      </a:r>
                      <a:r>
                        <a:rPr kumimoji="0" lang="ar-SA" altLang="he-IL" sz="1600" b="1" u="none" strike="noStrike" kern="1200" cap="none" normalizeH="0" baseline="0" dirty="0">
                          <a:ln>
                            <a:noFill/>
                          </a:ln>
                          <a:solidFill>
                            <a:schemeClr val="accent2">
                              <a:lumMod val="50000"/>
                            </a:schemeClr>
                          </a:solidFill>
                          <a:effectLst/>
                          <a:latin typeface="Arial" pitchFamily="34" charset="0"/>
                          <a:ea typeface="+mn-ea"/>
                          <a:cs typeface="Arial" pitchFamily="34" charset="0"/>
                        </a:rPr>
                        <a:t>ساعة </a:t>
                      </a:r>
                      <a:endParaRPr kumimoji="0" lang="he-IL" altLang="he-IL" sz="1600" b="0" i="0" u="none" strike="noStrike" cap="none" normalizeH="0" baseline="0" dirty="0">
                        <a:ln>
                          <a:noFill/>
                        </a:ln>
                        <a:solidFill>
                          <a:srgbClr val="000000"/>
                        </a:solidFill>
                        <a:effectLst/>
                        <a:latin typeface="Arial" pitchFamily="34" charset="0"/>
                        <a:cs typeface="Arial" pitchFamily="34" charset="0"/>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15000"/>
                        </a:lnSpc>
                        <a:spcBef>
                          <a:spcPct val="0"/>
                        </a:spcBef>
                        <a:spcAft>
                          <a:spcPts val="1000"/>
                        </a:spcAft>
                        <a:buClrTx/>
                        <a:buSzTx/>
                        <a:buFontTx/>
                        <a:buNone/>
                        <a:tabLst/>
                        <a:defRPr/>
                      </a:pPr>
                      <a:r>
                        <a:rPr lang="ar-JO" sz="1600" kern="1200" dirty="0">
                          <a:solidFill>
                            <a:schemeClr val="tx1"/>
                          </a:solidFill>
                          <a:effectLst/>
                          <a:latin typeface="+mn-lt"/>
                          <a:ea typeface="+mn-ea"/>
                          <a:cs typeface="+mn-cs"/>
                        </a:rPr>
                        <a:t>تطوير وتنفيذ مشروع اجتماعي </a:t>
                      </a:r>
                      <a:r>
                        <a:rPr lang="ar-JO" sz="1600" b="1" kern="1200" dirty="0">
                          <a:solidFill>
                            <a:schemeClr val="tx1"/>
                          </a:solidFill>
                          <a:effectLst/>
                          <a:latin typeface="+mn-lt"/>
                          <a:ea typeface="+mn-ea"/>
                          <a:cs typeface="+mn-cs"/>
                        </a:rPr>
                        <a:t>فردي أو جماعي</a:t>
                      </a:r>
                      <a:endParaRPr kumimoji="0" lang="en-US" altLang="he-IL" sz="1050" b="1" i="0" u="none" strike="noStrike" cap="none" normalizeH="0" baseline="0" dirty="0">
                        <a:ln>
                          <a:noFill/>
                        </a:ln>
                        <a:solidFill>
                          <a:schemeClr val="tx2"/>
                        </a:solidFill>
                        <a:effectLst/>
                        <a:latin typeface="Gisha" panose="020B0502040204020203" pitchFamily="34" charset="-79"/>
                        <a:cs typeface="Gisha" panose="020B0502040204020203" pitchFamily="34" charset="-79"/>
                      </a:endParaRPr>
                    </a:p>
                    <a:p>
                      <a:pPr marL="0" marR="0" lvl="0" indent="0" algn="r" defTabSz="914400" rtl="1" eaLnBrk="1" fontAlgn="base" latinLnBrk="0" hangingPunct="1">
                        <a:lnSpc>
                          <a:spcPct val="115000"/>
                        </a:lnSpc>
                        <a:spcBef>
                          <a:spcPct val="0"/>
                        </a:spcBef>
                        <a:spcAft>
                          <a:spcPts val="1000"/>
                        </a:spcAft>
                        <a:buClrTx/>
                        <a:buSzTx/>
                        <a:buFontTx/>
                        <a:buNone/>
                        <a:tabLst/>
                        <a:defRPr/>
                      </a:pPr>
                      <a:r>
                        <a:rPr kumimoji="0" lang="he-IL" altLang="he-IL" sz="1800" b="1" u="none" strike="noStrike" kern="1200" cap="none" normalizeH="0" baseline="0" dirty="0">
                          <a:ln>
                            <a:noFill/>
                          </a:ln>
                          <a:solidFill>
                            <a:srgbClr val="C00000"/>
                          </a:solidFill>
                          <a:effectLst/>
                          <a:latin typeface="Gisha" panose="020B0502040204020203" pitchFamily="34" charset="-79"/>
                          <a:ea typeface="+mn-ea"/>
                          <a:cs typeface="Gisha" panose="020B0502040204020203" pitchFamily="34" charset="-79"/>
                        </a:rPr>
                        <a:t>26 </a:t>
                      </a:r>
                      <a:r>
                        <a:rPr kumimoji="0" lang="ar-JO" altLang="he-IL" sz="1800" b="1" u="none" strike="noStrike" cap="none" normalizeH="0" baseline="0" dirty="0">
                          <a:ln>
                            <a:noFill/>
                          </a:ln>
                          <a:solidFill>
                            <a:srgbClr val="C00000"/>
                          </a:solidFill>
                          <a:effectLst/>
                          <a:latin typeface="Gisha" panose="020B0502040204020203" pitchFamily="34" charset="-79"/>
                          <a:cs typeface="Gisha" panose="020B0502040204020203" pitchFamily="34" charset="-79"/>
                        </a:rPr>
                        <a:t>ساعة</a:t>
                      </a:r>
                      <a:endParaRPr kumimoji="0" lang="he-IL" altLang="he-IL" sz="1800" b="1" u="none" strike="noStrike" kern="1200" cap="none" normalizeH="0" baseline="0" dirty="0">
                        <a:ln>
                          <a:noFill/>
                        </a:ln>
                        <a:solidFill>
                          <a:srgbClr val="C00000"/>
                        </a:solidFill>
                        <a:effectLst/>
                        <a:latin typeface="Gisha" panose="020B0502040204020203" pitchFamily="34" charset="-79"/>
                        <a:ea typeface="+mn-ea"/>
                        <a:cs typeface="Gisha" panose="020B0502040204020203" pitchFamily="34" charset="-79"/>
                      </a:endParaRPr>
                    </a:p>
                  </a:txBody>
                  <a:tcPr marL="68580" marR="68580" marT="0" marB="0" horzOverflow="overflow">
                    <a:solidFill>
                      <a:schemeClr val="bg2">
                        <a:lumMod val="90000"/>
                      </a:schemeClr>
                    </a:solidFill>
                  </a:tcPr>
                </a:tc>
                <a:extLst>
                  <a:ext uri="{0D108BD9-81ED-4DB2-BD59-A6C34878D82A}">
                    <a16:rowId xmlns:a16="http://schemas.microsoft.com/office/drawing/2014/main" val="10004"/>
                  </a:ext>
                </a:extLst>
              </a:tr>
              <a:tr h="762857">
                <a:tc>
                  <a:txBody>
                    <a:bodyPr/>
                    <a:lstStyle/>
                    <a:p>
                      <a:pPr marL="0" marR="0" lvl="0" indent="0" algn="r" defTabSz="914400" rtl="1" eaLnBrk="1" fontAlgn="base" latinLnBrk="0" hangingPunct="1">
                        <a:lnSpc>
                          <a:spcPct val="100000"/>
                        </a:lnSpc>
                        <a:spcBef>
                          <a:spcPct val="0"/>
                        </a:spcBef>
                        <a:spcAft>
                          <a:spcPts val="0"/>
                        </a:spcAft>
                        <a:buClrTx/>
                        <a:buSzTx/>
                        <a:buFont typeface="+mj-lt"/>
                        <a:buNone/>
                        <a:tabLst/>
                        <a:defRPr/>
                      </a:pPr>
                      <a:r>
                        <a:rPr kumimoji="0" lang="ar-SA" altLang="he-IL" sz="1600" b="1" i="0" u="none" strike="noStrike" kern="1200" cap="none" spc="0" normalizeH="0" baseline="0" noProof="0" dirty="0">
                          <a:ln>
                            <a:noFill/>
                          </a:ln>
                          <a:solidFill>
                            <a:schemeClr val="tx2">
                              <a:lumMod val="50000"/>
                            </a:schemeClr>
                          </a:solidFill>
                          <a:effectLst/>
                          <a:uLnTx/>
                          <a:uFillTx/>
                          <a:latin typeface="+mn-lt"/>
                          <a:ea typeface="+mn-ea"/>
                          <a:cs typeface="+mn-cs"/>
                        </a:rPr>
                        <a:t>تأهيل الطلاب للتجربة العملية </a:t>
                      </a:r>
                      <a:r>
                        <a:rPr kumimoji="0" lang="ar-SA" altLang="he-IL" sz="1600" b="0" i="0" u="none" strike="noStrike" kern="1200" cap="none" spc="0" normalizeH="0" baseline="0" noProof="0" dirty="0">
                          <a:ln>
                            <a:noFill/>
                          </a:ln>
                          <a:solidFill>
                            <a:schemeClr val="tx2">
                              <a:lumMod val="50000"/>
                            </a:schemeClr>
                          </a:solidFill>
                          <a:effectLst/>
                          <a:uLnTx/>
                          <a:uFillTx/>
                          <a:latin typeface="+mn-lt"/>
                          <a:ea typeface="+mn-ea"/>
                          <a:cs typeface="+mn-cs"/>
                        </a:rPr>
                        <a:t>تقع على مسؤولية مكان التجربة العملية </a:t>
                      </a:r>
                      <a:endParaRPr kumimoji="0" lang="he-IL" altLang="he-IL" sz="1600" b="0" i="0" u="none" strike="noStrike" kern="1200" cap="none" spc="0" normalizeH="0" baseline="0" noProof="0" dirty="0">
                        <a:ln>
                          <a:noFill/>
                        </a:ln>
                        <a:solidFill>
                          <a:schemeClr val="tx2">
                            <a:lumMod val="50000"/>
                          </a:schemeClr>
                        </a:solidFill>
                        <a:effectLst/>
                        <a:uLnTx/>
                        <a:uFillTx/>
                        <a:latin typeface="+mn-lt"/>
                        <a:ea typeface="+mn-ea"/>
                        <a:cs typeface="+mn-cs"/>
                      </a:endParaRPr>
                    </a:p>
                  </a:txBody>
                  <a:tcPr marL="68580" marR="68580" marT="0" marB="0" horzOverflow="overflow">
                    <a:solidFill>
                      <a:schemeClr val="bg2">
                        <a:lumMod val="90000"/>
                      </a:schemeClr>
                    </a:solidFill>
                  </a:tcPr>
                </a:tc>
                <a:tc>
                  <a:txBody>
                    <a:bodyPr/>
                    <a:lstStyle/>
                    <a:p>
                      <a:pPr marL="0" marR="0" lvl="0" indent="0" algn="r" defTabSz="914400" rtl="1" eaLnBrk="1" fontAlgn="base" latinLnBrk="0" hangingPunct="1">
                        <a:lnSpc>
                          <a:spcPct val="100000"/>
                        </a:lnSpc>
                        <a:spcBef>
                          <a:spcPct val="0"/>
                        </a:spcBef>
                        <a:spcAft>
                          <a:spcPts val="0"/>
                        </a:spcAft>
                        <a:buClrTx/>
                        <a:buSzTx/>
                        <a:buFontTx/>
                        <a:buNone/>
                        <a:tabLst/>
                        <a:defRPr/>
                      </a:pPr>
                      <a:r>
                        <a:rPr lang="ar-JO" sz="1400" kern="1200" dirty="0">
                          <a:solidFill>
                            <a:schemeClr val="tx1"/>
                          </a:solidFill>
                          <a:effectLst/>
                          <a:latin typeface="+mn-lt"/>
                          <a:ea typeface="+mn-ea"/>
                          <a:cs typeface="+mn-cs"/>
                        </a:rPr>
                        <a:t>عدد</a:t>
                      </a:r>
                      <a:r>
                        <a:rPr lang="ar-JO" sz="1400" kern="1200" baseline="0" dirty="0">
                          <a:solidFill>
                            <a:schemeClr val="tx1"/>
                          </a:solidFill>
                          <a:effectLst/>
                          <a:latin typeface="+mn-lt"/>
                          <a:ea typeface="+mn-ea"/>
                          <a:cs typeface="+mn-cs"/>
                        </a:rPr>
                        <a:t> ال</a:t>
                      </a:r>
                      <a:r>
                        <a:rPr lang="ar-JO" sz="1400" kern="1200" dirty="0">
                          <a:solidFill>
                            <a:schemeClr val="tx1"/>
                          </a:solidFill>
                          <a:effectLst/>
                          <a:latin typeface="+mn-lt"/>
                          <a:ea typeface="+mn-ea"/>
                          <a:cs typeface="+mn-cs"/>
                        </a:rPr>
                        <a:t>ساعات يعتمد على مكان</a:t>
                      </a:r>
                      <a:r>
                        <a:rPr lang="ar-JO" sz="1400" kern="1200" baseline="0" dirty="0">
                          <a:solidFill>
                            <a:schemeClr val="tx1"/>
                          </a:solidFill>
                          <a:effectLst/>
                          <a:latin typeface="+mn-lt"/>
                          <a:ea typeface="+mn-ea"/>
                          <a:cs typeface="+mn-cs"/>
                        </a:rPr>
                        <a:t> التجربة الاجتماعية</a:t>
                      </a:r>
                      <a:endParaRPr kumimoji="0" lang="he-IL" altLang="he-IL" sz="1100" b="0" u="none" strike="noStrike" cap="none" normalizeH="0" baseline="0" dirty="0">
                        <a:ln>
                          <a:noFill/>
                        </a:ln>
                        <a:solidFill>
                          <a:schemeClr val="tx2"/>
                        </a:solidFill>
                        <a:effectLst/>
                        <a:latin typeface="Gisha" panose="020B0502040204020203" pitchFamily="34" charset="-79"/>
                        <a:cs typeface="Gisha" panose="020B0502040204020203" pitchFamily="34" charset="-79"/>
                      </a:endParaRPr>
                    </a:p>
                  </a:txBody>
                  <a:tcPr marL="51435" marR="51435" marT="0" marB="0" horzOverflow="overflow">
                    <a:solidFill>
                      <a:schemeClr val="bg2">
                        <a:lumMod val="90000"/>
                      </a:schemeClr>
                    </a:solidFill>
                  </a:tcPr>
                </a:tc>
                <a:tc>
                  <a:txBody>
                    <a:bodyPr/>
                    <a:lstStyle/>
                    <a:p>
                      <a:pPr marL="0" marR="0" lvl="0" indent="0" algn="r" defTabSz="914400" rtl="1" eaLnBrk="1" fontAlgn="base" latinLnBrk="0" hangingPunct="1">
                        <a:lnSpc>
                          <a:spcPct val="100000"/>
                        </a:lnSpc>
                        <a:spcBef>
                          <a:spcPct val="0"/>
                        </a:spcBef>
                        <a:spcAft>
                          <a:spcPts val="0"/>
                        </a:spcAft>
                        <a:buClrTx/>
                        <a:buSzTx/>
                        <a:buFontTx/>
                        <a:buNone/>
                        <a:tabLst/>
                        <a:defRPr/>
                      </a:pPr>
                      <a:r>
                        <a:rPr lang="ar-JO" sz="1400" kern="1200" dirty="0">
                          <a:solidFill>
                            <a:schemeClr val="tx1"/>
                          </a:solidFill>
                          <a:effectLst/>
                          <a:latin typeface="+mn-lt"/>
                          <a:ea typeface="+mn-ea"/>
                          <a:cs typeface="+mn-cs"/>
                        </a:rPr>
                        <a:t>عدد</a:t>
                      </a:r>
                      <a:r>
                        <a:rPr lang="ar-JO" sz="1400" kern="1200" baseline="0" dirty="0">
                          <a:solidFill>
                            <a:schemeClr val="tx1"/>
                          </a:solidFill>
                          <a:effectLst/>
                          <a:latin typeface="+mn-lt"/>
                          <a:ea typeface="+mn-ea"/>
                          <a:cs typeface="+mn-cs"/>
                        </a:rPr>
                        <a:t> ال</a:t>
                      </a:r>
                      <a:r>
                        <a:rPr lang="ar-JO" sz="1400" kern="1200" dirty="0">
                          <a:solidFill>
                            <a:schemeClr val="tx1"/>
                          </a:solidFill>
                          <a:effectLst/>
                          <a:latin typeface="+mn-lt"/>
                          <a:ea typeface="+mn-ea"/>
                          <a:cs typeface="+mn-cs"/>
                        </a:rPr>
                        <a:t>ساعات يعتمد على مكان</a:t>
                      </a:r>
                      <a:r>
                        <a:rPr lang="ar-JO" sz="1400" kern="1200" baseline="0" dirty="0">
                          <a:solidFill>
                            <a:schemeClr val="tx1"/>
                          </a:solidFill>
                          <a:effectLst/>
                          <a:latin typeface="+mn-lt"/>
                          <a:ea typeface="+mn-ea"/>
                          <a:cs typeface="+mn-cs"/>
                        </a:rPr>
                        <a:t> التجربة الاجتماعية</a:t>
                      </a:r>
                      <a:endParaRPr kumimoji="0" lang="he-IL" altLang="he-IL" sz="1100" b="0" u="none" strike="noStrike" cap="none" normalizeH="0" baseline="0" dirty="0">
                        <a:ln>
                          <a:noFill/>
                        </a:ln>
                        <a:solidFill>
                          <a:schemeClr val="tx2"/>
                        </a:solidFill>
                        <a:effectLst/>
                        <a:latin typeface="Gisha" panose="020B0502040204020203" pitchFamily="34" charset="-79"/>
                        <a:cs typeface="Gisha" panose="020B0502040204020203" pitchFamily="34" charset="-79"/>
                      </a:endParaRPr>
                    </a:p>
                  </a:txBody>
                  <a:tcPr marL="51435" marR="51435" marT="0" marB="0" horzOverflow="overflow">
                    <a:solidFill>
                      <a:schemeClr val="bg2">
                        <a:lumMod val="90000"/>
                      </a:schemeClr>
                    </a:solidFill>
                  </a:tcPr>
                </a:tc>
                <a:tc>
                  <a:txBody>
                    <a:bodyPr/>
                    <a:lstStyle/>
                    <a:p>
                      <a:pPr marL="0" marR="0" lvl="0" indent="0" algn="r" defTabSz="914400" rtl="1" eaLnBrk="1" fontAlgn="base" latinLnBrk="0" hangingPunct="1">
                        <a:lnSpc>
                          <a:spcPct val="100000"/>
                        </a:lnSpc>
                        <a:spcBef>
                          <a:spcPct val="0"/>
                        </a:spcBef>
                        <a:spcAft>
                          <a:spcPts val="0"/>
                        </a:spcAft>
                        <a:buClrTx/>
                        <a:buSzTx/>
                        <a:buFontTx/>
                        <a:buNone/>
                        <a:tabLst/>
                        <a:defRPr/>
                      </a:pPr>
                      <a:r>
                        <a:rPr lang="ar-JO" sz="1400" kern="1200" dirty="0">
                          <a:solidFill>
                            <a:schemeClr val="tx1"/>
                          </a:solidFill>
                          <a:effectLst/>
                          <a:latin typeface="+mn-lt"/>
                          <a:ea typeface="+mn-ea"/>
                          <a:cs typeface="+mn-cs"/>
                        </a:rPr>
                        <a:t>عدد</a:t>
                      </a:r>
                      <a:r>
                        <a:rPr lang="ar-JO" sz="1400" kern="1200" baseline="0" dirty="0">
                          <a:solidFill>
                            <a:schemeClr val="tx1"/>
                          </a:solidFill>
                          <a:effectLst/>
                          <a:latin typeface="+mn-lt"/>
                          <a:ea typeface="+mn-ea"/>
                          <a:cs typeface="+mn-cs"/>
                        </a:rPr>
                        <a:t> ال</a:t>
                      </a:r>
                      <a:r>
                        <a:rPr lang="ar-JO" sz="1400" kern="1200" dirty="0">
                          <a:solidFill>
                            <a:schemeClr val="tx1"/>
                          </a:solidFill>
                          <a:effectLst/>
                          <a:latin typeface="+mn-lt"/>
                          <a:ea typeface="+mn-ea"/>
                          <a:cs typeface="+mn-cs"/>
                        </a:rPr>
                        <a:t>ساعات يعتمد على مكان</a:t>
                      </a:r>
                      <a:r>
                        <a:rPr lang="ar-JO" sz="1400" kern="1200" baseline="0" dirty="0">
                          <a:solidFill>
                            <a:schemeClr val="tx1"/>
                          </a:solidFill>
                          <a:effectLst/>
                          <a:latin typeface="+mn-lt"/>
                          <a:ea typeface="+mn-ea"/>
                          <a:cs typeface="+mn-cs"/>
                        </a:rPr>
                        <a:t> التجربة الاجتماعية</a:t>
                      </a:r>
                      <a:endParaRPr kumimoji="0" lang="he-IL" altLang="he-IL" sz="1100" b="0" u="none" strike="noStrike" cap="none" normalizeH="0" baseline="0" dirty="0">
                        <a:ln>
                          <a:noFill/>
                        </a:ln>
                        <a:solidFill>
                          <a:schemeClr val="tx2"/>
                        </a:solidFill>
                        <a:effectLst/>
                        <a:latin typeface="Gisha" panose="020B0502040204020203" pitchFamily="34" charset="-79"/>
                        <a:cs typeface="Gisha" panose="020B0502040204020203" pitchFamily="34" charset="-79"/>
                      </a:endParaRPr>
                    </a:p>
                  </a:txBody>
                  <a:tcPr marL="51435" marR="51435" marT="0" marB="0" horzOverflow="overflow">
                    <a:solidFill>
                      <a:schemeClr val="bg2">
                        <a:lumMod val="90000"/>
                      </a:schemeClr>
                    </a:solidFill>
                  </a:tcPr>
                </a:tc>
                <a:extLst>
                  <a:ext uri="{0D108BD9-81ED-4DB2-BD59-A6C34878D82A}">
                    <a16:rowId xmlns:a16="http://schemas.microsoft.com/office/drawing/2014/main" val="10005"/>
                  </a:ext>
                </a:extLst>
              </a:tr>
              <a:tr h="345708">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 typeface="+mj-lt"/>
                        <a:buNone/>
                        <a:tabLst/>
                      </a:pPr>
                      <a:r>
                        <a:rPr kumimoji="0" lang="ar-SA" altLang="he-IL" sz="1800" b="1" u="none" strike="noStrike" kern="1200" cap="none" normalizeH="0" baseline="0" dirty="0">
                          <a:ln>
                            <a:noFill/>
                          </a:ln>
                          <a:solidFill>
                            <a:schemeClr val="accent2">
                              <a:lumMod val="75000"/>
                            </a:schemeClr>
                          </a:solidFill>
                          <a:effectLst/>
                          <a:latin typeface="+mn-lt"/>
                          <a:ea typeface="+mn-ea"/>
                          <a:cs typeface="+mn-cs"/>
                        </a:rPr>
                        <a:t>المحور النظري </a:t>
                      </a:r>
                      <a:r>
                        <a:rPr kumimoji="0" lang="he-IL" altLang="he-IL" sz="1800" b="1" u="none" strike="noStrike" kern="1200" cap="none" normalizeH="0" baseline="0" dirty="0">
                          <a:ln>
                            <a:noFill/>
                          </a:ln>
                          <a:solidFill>
                            <a:schemeClr val="accent2">
                              <a:lumMod val="75000"/>
                            </a:schemeClr>
                          </a:solidFill>
                          <a:effectLst/>
                          <a:latin typeface="+mn-lt"/>
                          <a:ea typeface="+mn-ea"/>
                          <a:cs typeface="+mn-cs"/>
                        </a:rPr>
                        <a:t>– </a:t>
                      </a:r>
                      <a:r>
                        <a:rPr kumimoji="0" lang="ar-SA" altLang="he-IL" sz="1800" b="1" u="none" strike="noStrike" kern="1200" cap="none" normalizeH="0" baseline="0" dirty="0">
                          <a:ln>
                            <a:noFill/>
                          </a:ln>
                          <a:solidFill>
                            <a:schemeClr val="accent2">
                              <a:lumMod val="75000"/>
                            </a:schemeClr>
                          </a:solidFill>
                          <a:effectLst/>
                          <a:latin typeface="+mn-lt"/>
                          <a:ea typeface="+mn-ea"/>
                          <a:cs typeface="+mn-cs"/>
                        </a:rPr>
                        <a:t>وقت المعلم والطالب</a:t>
                      </a:r>
                      <a:endParaRPr kumimoji="0" lang="en-US" altLang="he-IL" sz="1800" b="1" u="none" strike="noStrike" kern="1200" cap="none" normalizeH="0" baseline="0" dirty="0">
                        <a:ln>
                          <a:noFill/>
                        </a:ln>
                        <a:solidFill>
                          <a:schemeClr val="accent2">
                            <a:lumMod val="75000"/>
                          </a:schemeClr>
                        </a:solidFill>
                        <a:effectLst/>
                        <a:latin typeface="+mn-lt"/>
                        <a:ea typeface="+mn-ea"/>
                        <a:cs typeface="+mn-cs"/>
                      </a:endParaRPr>
                    </a:p>
                  </a:txBody>
                  <a:tcPr marL="68580" marR="68580" marT="0" marB="0" horzOverflow="overflow">
                    <a:solidFill>
                      <a:schemeClr val="accent1">
                        <a:lumMod val="60000"/>
                        <a:lumOff val="40000"/>
                        <a:alpha val="38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defRPr/>
                      </a:pPr>
                      <a:endParaRPr kumimoji="0" lang="he-IL" altLang="he-IL" sz="1600" b="0" i="0" u="none" strike="noStrike" cap="none" normalizeH="0" baseline="0" dirty="0">
                        <a:ln>
                          <a:noFill/>
                        </a:ln>
                        <a:solidFill>
                          <a:srgbClr val="000000"/>
                        </a:solidFill>
                        <a:effectLst/>
                        <a:latin typeface="Arial" pitchFamily="34" charset="0"/>
                        <a:cs typeface="Arial" pitchFamily="34" charset="0"/>
                      </a:endParaRPr>
                    </a:p>
                  </a:txBody>
                  <a:tcPr marL="68580" marR="68580" marT="0" marB="0" horzOverflow="overflow">
                    <a:solidFill>
                      <a:schemeClr val="accent1">
                        <a:lumMod val="60000"/>
                        <a:lumOff val="40000"/>
                        <a:alpha val="38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pPr>
                      <a:endParaRPr kumimoji="0" lang="en-US" altLang="he-IL" sz="1600" b="1" i="0" u="none" strike="noStrike" cap="none" normalizeH="0" baseline="0" dirty="0">
                        <a:ln>
                          <a:noFill/>
                        </a:ln>
                        <a:solidFill>
                          <a:srgbClr val="FFFFFF"/>
                        </a:solidFill>
                        <a:effectLst/>
                        <a:latin typeface="Calibri" pitchFamily="34" charset="0"/>
                        <a:cs typeface="Calibri" pitchFamily="34" charset="0"/>
                      </a:endParaRPr>
                    </a:p>
                  </a:txBody>
                  <a:tcPr marL="68580" marR="68580" marT="0" marB="0" horzOverflow="overflow">
                    <a:solidFill>
                      <a:schemeClr val="accent1">
                        <a:lumMod val="60000"/>
                        <a:lumOff val="40000"/>
                        <a:alpha val="38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pPr>
                      <a:endParaRPr kumimoji="0" lang="en-US" altLang="he-IL" sz="1600" b="1" i="0" u="none" strike="noStrike" cap="none" normalizeH="0" baseline="0" dirty="0">
                        <a:ln>
                          <a:noFill/>
                        </a:ln>
                        <a:solidFill>
                          <a:srgbClr val="FFFFFF"/>
                        </a:solidFill>
                        <a:effectLst/>
                        <a:latin typeface="Calibri" pitchFamily="34" charset="0"/>
                        <a:cs typeface="Calibri" pitchFamily="34" charset="0"/>
                      </a:endParaRPr>
                    </a:p>
                  </a:txBody>
                  <a:tcPr marL="68580" marR="68580" marT="0" marB="0" horzOverflow="overflow">
                    <a:solidFill>
                      <a:schemeClr val="accent1">
                        <a:lumMod val="60000"/>
                        <a:lumOff val="40000"/>
                        <a:alpha val="38000"/>
                      </a:schemeClr>
                    </a:solidFill>
                  </a:tcPr>
                </a:tc>
                <a:extLst>
                  <a:ext uri="{0D108BD9-81ED-4DB2-BD59-A6C34878D82A}">
                    <a16:rowId xmlns:a16="http://schemas.microsoft.com/office/drawing/2014/main" val="10006"/>
                  </a:ext>
                </a:extLst>
              </a:tr>
              <a:tr h="975970">
                <a:tc>
                  <a:txBody>
                    <a:bodyPr/>
                    <a:lstStyle>
                      <a:lvl1pPr marL="171450" indent="-171450">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 typeface="Arial" pitchFamily="34" charset="0"/>
                        <a:buNone/>
                        <a:tabLst/>
                      </a:pPr>
                      <a:r>
                        <a:rPr kumimoji="0" lang="ar-SA" altLang="he-IL" sz="1600" b="1" u="none" strike="noStrike" cap="none" normalizeH="0" baseline="0" dirty="0">
                          <a:ln>
                            <a:noFill/>
                          </a:ln>
                          <a:solidFill>
                            <a:schemeClr val="tx2">
                              <a:lumMod val="50000"/>
                            </a:schemeClr>
                          </a:solidFill>
                          <a:effectLst/>
                        </a:rPr>
                        <a:t>دورات تأهيل </a:t>
                      </a:r>
                      <a:r>
                        <a:rPr kumimoji="0" lang="he-IL" altLang="he-IL" sz="1600" b="1" u="none" strike="noStrike" cap="none" normalizeH="0" baseline="0" dirty="0">
                          <a:ln>
                            <a:noFill/>
                          </a:ln>
                          <a:solidFill>
                            <a:schemeClr val="tx2">
                              <a:lumMod val="50000"/>
                            </a:schemeClr>
                          </a:solidFill>
                          <a:effectLst/>
                        </a:rPr>
                        <a:t>, </a:t>
                      </a:r>
                      <a:r>
                        <a:rPr kumimoji="0" lang="ar-SA" altLang="he-IL" sz="1600" b="1" u="none" strike="noStrike" cap="none" normalizeH="0" baseline="0" dirty="0">
                          <a:ln>
                            <a:noFill/>
                          </a:ln>
                          <a:solidFill>
                            <a:schemeClr val="tx2">
                              <a:lumMod val="50000"/>
                            </a:schemeClr>
                          </a:solidFill>
                          <a:effectLst/>
                        </a:rPr>
                        <a:t>أيام مركزة</a:t>
                      </a:r>
                      <a:r>
                        <a:rPr kumimoji="0" lang="he-IL" altLang="he-IL" sz="1600" b="1" u="none" strike="noStrike" cap="none" normalizeH="0" baseline="0" dirty="0">
                          <a:ln>
                            <a:noFill/>
                          </a:ln>
                          <a:solidFill>
                            <a:schemeClr val="tx2">
                              <a:lumMod val="50000"/>
                            </a:schemeClr>
                          </a:solidFill>
                          <a:effectLst/>
                        </a:rPr>
                        <a:t>, </a:t>
                      </a:r>
                      <a:r>
                        <a:rPr kumimoji="0" lang="ar-SA" altLang="he-IL" sz="1600" b="1" u="none" strike="noStrike" cap="none" normalizeH="0" baseline="0" dirty="0">
                          <a:ln>
                            <a:noFill/>
                          </a:ln>
                          <a:solidFill>
                            <a:schemeClr val="tx2">
                              <a:lumMod val="50000"/>
                            </a:schemeClr>
                          </a:solidFill>
                          <a:effectLst/>
                        </a:rPr>
                        <a:t>دروس في الصف </a:t>
                      </a:r>
                      <a:endParaRPr kumimoji="0" lang="he-IL" altLang="he-IL" sz="1600" b="1" u="none" strike="noStrike" cap="none" normalizeH="0" baseline="0" dirty="0">
                        <a:ln>
                          <a:noFill/>
                        </a:ln>
                        <a:solidFill>
                          <a:schemeClr val="tx2">
                            <a:lumMod val="50000"/>
                          </a:schemeClr>
                        </a:solidFill>
                        <a:effectLst/>
                      </a:endParaRPr>
                    </a:p>
                  </a:txBody>
                  <a:tcPr marL="68580" marR="68580" marT="0" marB="0" horzOverflow="overflow">
                    <a:solidFill>
                      <a:schemeClr val="accent1">
                        <a:lumMod val="60000"/>
                        <a:lumOff val="40000"/>
                        <a:alpha val="38000"/>
                      </a:schemeClr>
                    </a:solidFill>
                  </a:tcPr>
                </a:tc>
                <a:tc>
                  <a:txBody>
                    <a:bodyPr/>
                    <a:lstStyle>
                      <a:lvl1pPr marL="171450" indent="-171450">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defRPr/>
                      </a:pPr>
                      <a:r>
                        <a:rPr kumimoji="0" lang="he-IL" altLang="he-IL" sz="1400" b="1" i="0" u="none" strike="noStrike" cap="none" normalizeH="0" baseline="0" dirty="0">
                          <a:ln>
                            <a:noFill/>
                          </a:ln>
                          <a:solidFill>
                            <a:srgbClr val="7030A0"/>
                          </a:solidFill>
                          <a:effectLst/>
                          <a:latin typeface="Gisha" panose="020B0502040204020203" pitchFamily="34" charset="-79"/>
                          <a:cs typeface="Gisha" panose="020B0502040204020203" pitchFamily="34" charset="-79"/>
                        </a:rPr>
                        <a:t>  </a:t>
                      </a:r>
                      <a:r>
                        <a:rPr kumimoji="0" lang="ar-JO" altLang="he-IL" sz="1400" b="1" i="0" u="none" strike="noStrike" cap="none" normalizeH="0" baseline="0" dirty="0">
                          <a:ln>
                            <a:noFill/>
                          </a:ln>
                          <a:solidFill>
                            <a:srgbClr val="7030A0"/>
                          </a:solidFill>
                          <a:effectLst/>
                          <a:latin typeface="Gisha" panose="020B0502040204020203" pitchFamily="34" charset="-79"/>
                          <a:cs typeface="Gisha" panose="020B0502040204020203" pitchFamily="34" charset="-79"/>
                        </a:rPr>
                        <a:t>باطار الصف</a:t>
                      </a:r>
                      <a:endParaRPr kumimoji="0" lang="he-IL" altLang="he-IL" sz="1400" b="1" i="0" u="none" strike="noStrike" cap="none" normalizeH="0" baseline="0" dirty="0">
                        <a:ln>
                          <a:noFill/>
                        </a:ln>
                        <a:solidFill>
                          <a:srgbClr val="7030A0"/>
                        </a:solidFill>
                        <a:effectLst/>
                        <a:latin typeface="Gisha" panose="020B0502040204020203" pitchFamily="34" charset="-79"/>
                        <a:cs typeface="Gisha" panose="020B0502040204020203" pitchFamily="34" charset="-79"/>
                      </a:endParaRPr>
                    </a:p>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200" b="0" u="none" strike="noStrike" kern="1200" cap="none" normalizeH="0" baseline="0" dirty="0">
                          <a:ln>
                            <a:noFill/>
                          </a:ln>
                          <a:solidFill>
                            <a:schemeClr val="tx2"/>
                          </a:solidFill>
                          <a:effectLst/>
                          <a:latin typeface="Gisha" panose="020B0502040204020203" pitchFamily="34" charset="-79"/>
                          <a:ea typeface="+mn-ea"/>
                          <a:cs typeface="Gisha" panose="020B0502040204020203" pitchFamily="34" charset="-79"/>
                        </a:rPr>
                        <a:t>حتى </a:t>
                      </a:r>
                      <a:r>
                        <a:rPr kumimoji="0" lang="he-IL" altLang="he-IL" sz="1400" b="1" u="none" strike="noStrike" kern="1200" cap="none" normalizeH="0" baseline="0" dirty="0">
                          <a:ln>
                            <a:noFill/>
                          </a:ln>
                          <a:solidFill>
                            <a:srgbClr val="C00000"/>
                          </a:solidFill>
                          <a:effectLst/>
                          <a:latin typeface="Gisha" panose="020B0502040204020203" pitchFamily="34" charset="-79"/>
                          <a:ea typeface="+mn-ea"/>
                          <a:cs typeface="Gisha" panose="020B0502040204020203" pitchFamily="34" charset="-79"/>
                        </a:rPr>
                        <a:t>6 </a:t>
                      </a:r>
                      <a:r>
                        <a:rPr kumimoji="0" lang="ar-JO" altLang="he-IL" sz="1400" b="1" u="none" strike="noStrike" cap="none" normalizeH="0" baseline="0" dirty="0">
                          <a:ln>
                            <a:noFill/>
                          </a:ln>
                          <a:solidFill>
                            <a:srgbClr val="C00000"/>
                          </a:solidFill>
                          <a:effectLst/>
                          <a:latin typeface="Gisha" panose="020B0502040204020203" pitchFamily="34" charset="-79"/>
                          <a:cs typeface="Gisha" panose="020B0502040204020203" pitchFamily="34" charset="-79"/>
                        </a:rPr>
                        <a:t>ساعات</a:t>
                      </a:r>
                      <a:r>
                        <a:rPr kumimoji="0" lang="he-IL"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 </a:t>
                      </a:r>
                      <a:r>
                        <a:rPr kumimoji="0" lang="ar-JO"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تربية بالاضافة ل </a:t>
                      </a:r>
                      <a:r>
                        <a:rPr kumimoji="0" lang="he-IL" altLang="he-IL" sz="1400" b="1" u="none" strike="noStrike" kern="1200" cap="none" normalizeH="0" baseline="0" dirty="0">
                          <a:ln>
                            <a:noFill/>
                          </a:ln>
                          <a:solidFill>
                            <a:srgbClr val="C00000"/>
                          </a:solidFill>
                          <a:effectLst/>
                          <a:latin typeface="Gisha" panose="020B0502040204020203" pitchFamily="34" charset="-79"/>
                          <a:ea typeface="+mn-ea"/>
                          <a:cs typeface="Gisha" panose="020B0502040204020203" pitchFamily="34" charset="-79"/>
                        </a:rPr>
                        <a:t>15 </a:t>
                      </a:r>
                      <a:r>
                        <a:rPr kumimoji="0" lang="ar-JO" altLang="he-IL" sz="1400" b="1" u="none" strike="noStrike" cap="none" normalizeH="0" baseline="0" dirty="0">
                          <a:ln>
                            <a:noFill/>
                          </a:ln>
                          <a:solidFill>
                            <a:srgbClr val="C00000"/>
                          </a:solidFill>
                          <a:effectLst/>
                          <a:latin typeface="Gisha" panose="020B0502040204020203" pitchFamily="34" charset="-79"/>
                          <a:cs typeface="Gisha" panose="020B0502040204020203" pitchFamily="34" charset="-79"/>
                        </a:rPr>
                        <a:t>ساعة</a:t>
                      </a:r>
                      <a:r>
                        <a:rPr kumimoji="0" lang="he-IL" altLang="he-IL" sz="1400" b="1" u="none" strike="noStrike" kern="1200" cap="none" normalizeH="0" baseline="0" dirty="0">
                          <a:ln>
                            <a:noFill/>
                          </a:ln>
                          <a:solidFill>
                            <a:srgbClr val="C00000"/>
                          </a:solidFill>
                          <a:effectLst/>
                          <a:latin typeface="Gisha" panose="020B0502040204020203" pitchFamily="34" charset="-79"/>
                          <a:ea typeface="+mn-ea"/>
                          <a:cs typeface="Gisha" panose="020B0502040204020203" pitchFamily="34" charset="-79"/>
                        </a:rPr>
                        <a:t> </a:t>
                      </a:r>
                      <a:r>
                        <a:rPr kumimoji="0" lang="ar-JO" altLang="he-IL" sz="1200" b="0" u="none" strike="noStrike" kern="1200" cap="none" normalizeH="0" baseline="0" dirty="0">
                          <a:ln>
                            <a:noFill/>
                          </a:ln>
                          <a:solidFill>
                            <a:schemeClr val="tx2"/>
                          </a:solidFill>
                          <a:effectLst/>
                          <a:latin typeface="Gisha" panose="020B0502040204020203" pitchFamily="34" charset="-79"/>
                          <a:ea typeface="+mn-ea"/>
                          <a:cs typeface="Gisha" panose="020B0502040204020203" pitchFamily="34" charset="-79"/>
                        </a:rPr>
                        <a:t>نظرية بالسنة</a:t>
                      </a:r>
                      <a:endParaRPr kumimoji="0" lang="he-IL" altLang="he-IL" sz="1200" b="0" u="none" strike="noStrike" kern="1200" cap="none" normalizeH="0" baseline="0" dirty="0">
                        <a:ln>
                          <a:noFill/>
                        </a:ln>
                        <a:solidFill>
                          <a:schemeClr val="tx2"/>
                        </a:solidFill>
                        <a:effectLst/>
                        <a:latin typeface="Gisha" panose="020B0502040204020203" pitchFamily="34" charset="-79"/>
                        <a:ea typeface="+mn-ea"/>
                        <a:cs typeface="Gisha" panose="020B0502040204020203" pitchFamily="34" charset="-79"/>
                      </a:endParaRPr>
                    </a:p>
                  </a:txBody>
                  <a:tcPr marL="51435" marR="51435" marT="0" marB="0" horzOverflow="overflow">
                    <a:solidFill>
                      <a:schemeClr val="accent1">
                        <a:lumMod val="60000"/>
                        <a:lumOff val="40000"/>
                        <a:alpha val="38000"/>
                      </a:schemeClr>
                    </a:solidFill>
                  </a:tcPr>
                </a:tc>
                <a:tc>
                  <a:txBody>
                    <a:bodyPr/>
                    <a:lstStyle>
                      <a:lvl1pPr marL="171450" indent="-171450">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defRPr/>
                      </a:pPr>
                      <a:r>
                        <a:rPr kumimoji="0" lang="he-IL" altLang="he-IL" sz="1400" b="1" i="0" u="none" strike="noStrike" cap="none" normalizeH="0" baseline="0" dirty="0">
                          <a:ln>
                            <a:noFill/>
                          </a:ln>
                          <a:solidFill>
                            <a:srgbClr val="7030A0"/>
                          </a:solidFill>
                          <a:effectLst/>
                          <a:latin typeface="Gisha" panose="020B0502040204020203" pitchFamily="34" charset="-79"/>
                          <a:cs typeface="Gisha" panose="020B0502040204020203" pitchFamily="34" charset="-79"/>
                        </a:rPr>
                        <a:t> </a:t>
                      </a:r>
                      <a:r>
                        <a:rPr kumimoji="0" lang="ar-JO" altLang="he-IL" sz="1400" b="1" i="0" u="none" strike="noStrike" cap="none" normalizeH="0" baseline="0" dirty="0">
                          <a:ln>
                            <a:noFill/>
                          </a:ln>
                          <a:solidFill>
                            <a:srgbClr val="7030A0"/>
                          </a:solidFill>
                          <a:effectLst/>
                          <a:latin typeface="Gisha" panose="020B0502040204020203" pitchFamily="34" charset="-79"/>
                          <a:cs typeface="Gisha" panose="020B0502040204020203" pitchFamily="34" charset="-79"/>
                        </a:rPr>
                        <a:t>باطار الصف</a:t>
                      </a:r>
                      <a:endParaRPr kumimoji="0" lang="he-IL" altLang="he-IL" sz="1400" b="1" i="0" u="none" strike="noStrike" cap="none" normalizeH="0" baseline="0" dirty="0">
                        <a:ln>
                          <a:noFill/>
                        </a:ln>
                        <a:solidFill>
                          <a:srgbClr val="7030A0"/>
                        </a:solidFill>
                        <a:effectLst/>
                        <a:latin typeface="Gisha" panose="020B0502040204020203" pitchFamily="34" charset="-79"/>
                        <a:cs typeface="Gisha" panose="020B0502040204020203" pitchFamily="34" charset="-79"/>
                      </a:endParaRPr>
                    </a:p>
                    <a:p>
                      <a:pPr marL="0" marR="0" lvl="0" indent="0" algn="r" defTabSz="914400" rtl="1" eaLnBrk="1" fontAlgn="base" latinLnBrk="0" hangingPunct="1">
                        <a:lnSpc>
                          <a:spcPct val="100000"/>
                        </a:lnSpc>
                        <a:spcBef>
                          <a:spcPct val="0"/>
                        </a:spcBef>
                        <a:spcAft>
                          <a:spcPts val="0"/>
                        </a:spcAft>
                        <a:buClrTx/>
                        <a:buSzTx/>
                        <a:buFontTx/>
                        <a:buNone/>
                        <a:tabLst/>
                        <a:defRPr/>
                      </a:pPr>
                      <a:r>
                        <a:rPr kumimoji="0" lang="ar-SA"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حتى </a:t>
                      </a:r>
                      <a:r>
                        <a:rPr kumimoji="0" lang="ar-SA" altLang="he-IL" sz="1200" b="1" u="none" strike="noStrike" cap="none" normalizeH="0" baseline="0" dirty="0">
                          <a:ln>
                            <a:noFill/>
                          </a:ln>
                          <a:solidFill>
                            <a:srgbClr val="FF0000"/>
                          </a:solidFill>
                          <a:effectLst/>
                          <a:latin typeface="Gisha" panose="020B0502040204020203" pitchFamily="34" charset="-79"/>
                          <a:cs typeface="Gisha" panose="020B0502040204020203" pitchFamily="34" charset="-79"/>
                        </a:rPr>
                        <a:t>6 ساعات </a:t>
                      </a:r>
                      <a:r>
                        <a:rPr kumimoji="0" lang="ar-SA"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باطار حصة التربية و ع</a:t>
                      </a:r>
                      <a:r>
                        <a:rPr kumimoji="0" lang="ar-JO" altLang="he-IL" sz="1200" b="0" u="none" strike="noStrike" cap="none" normalizeH="0" baseline="0" dirty="0" err="1">
                          <a:ln>
                            <a:noFill/>
                          </a:ln>
                          <a:solidFill>
                            <a:schemeClr val="tx2"/>
                          </a:solidFill>
                          <a:effectLst/>
                          <a:latin typeface="Gisha" panose="020B0502040204020203" pitchFamily="34" charset="-79"/>
                          <a:cs typeface="Gisha" panose="020B0502040204020203" pitchFamily="34" charset="-79"/>
                        </a:rPr>
                        <a:t>لى</a:t>
                      </a:r>
                      <a:r>
                        <a:rPr kumimoji="0" lang="ar-JO"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 الاقل </a:t>
                      </a:r>
                      <a:r>
                        <a:rPr kumimoji="0" lang="he-IL"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 </a:t>
                      </a:r>
                      <a:r>
                        <a:rPr kumimoji="0" lang="he-IL" altLang="he-IL" sz="1400" b="1" u="none" strike="noStrike" kern="1200" cap="none" normalizeH="0" baseline="0" dirty="0">
                          <a:ln>
                            <a:noFill/>
                          </a:ln>
                          <a:solidFill>
                            <a:srgbClr val="C00000"/>
                          </a:solidFill>
                          <a:effectLst/>
                          <a:latin typeface="Gisha" panose="020B0502040204020203" pitchFamily="34" charset="-79"/>
                          <a:ea typeface="+mn-ea"/>
                          <a:cs typeface="Gisha" panose="020B0502040204020203" pitchFamily="34" charset="-79"/>
                        </a:rPr>
                        <a:t>9 </a:t>
                      </a:r>
                      <a:r>
                        <a:rPr kumimoji="0" lang="ar-JO" altLang="he-IL" sz="1400" b="1" u="none" strike="noStrike" cap="none" normalizeH="0" baseline="0" dirty="0">
                          <a:ln>
                            <a:noFill/>
                          </a:ln>
                          <a:solidFill>
                            <a:srgbClr val="C00000"/>
                          </a:solidFill>
                          <a:effectLst/>
                          <a:latin typeface="Gisha" panose="020B0502040204020203" pitchFamily="34" charset="-79"/>
                          <a:cs typeface="Gisha" panose="020B0502040204020203" pitchFamily="34" charset="-79"/>
                        </a:rPr>
                        <a:t>ساعات</a:t>
                      </a:r>
                      <a:r>
                        <a:rPr kumimoji="0" lang="he-IL"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 </a:t>
                      </a:r>
                      <a:r>
                        <a:rPr kumimoji="0" lang="ar-JO"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rPr>
                        <a:t>نظرية بالسنة</a:t>
                      </a:r>
                      <a:endParaRPr kumimoji="0" lang="he-IL" altLang="he-IL" sz="1200" b="0" u="none" strike="noStrike" cap="none" normalizeH="0" baseline="0" dirty="0">
                        <a:ln>
                          <a:noFill/>
                        </a:ln>
                        <a:solidFill>
                          <a:schemeClr val="tx2"/>
                        </a:solidFill>
                        <a:effectLst/>
                        <a:latin typeface="Gisha" panose="020B0502040204020203" pitchFamily="34" charset="-79"/>
                        <a:cs typeface="Gisha" panose="020B0502040204020203" pitchFamily="34" charset="-79"/>
                      </a:endParaRPr>
                    </a:p>
                  </a:txBody>
                  <a:tcPr marL="51435" marR="51435" marT="0" marB="0" horzOverflow="overflow">
                    <a:solidFill>
                      <a:schemeClr val="accent1">
                        <a:lumMod val="60000"/>
                        <a:lumOff val="40000"/>
                        <a:alpha val="38000"/>
                      </a:schemeClr>
                    </a:solidFill>
                  </a:tcPr>
                </a:tc>
                <a:tc>
                  <a:txBody>
                    <a:bodyPr/>
                    <a:lstStyle>
                      <a:lvl1pPr marL="171450" indent="-171450">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400" b="1" i="0" u="none" strike="noStrike" cap="none" normalizeH="0" baseline="0" dirty="0">
                          <a:ln>
                            <a:noFill/>
                          </a:ln>
                          <a:solidFill>
                            <a:srgbClr val="7030A0"/>
                          </a:solidFill>
                          <a:effectLst/>
                          <a:latin typeface="Gisha" panose="020B0502040204020203" pitchFamily="34" charset="-79"/>
                          <a:cs typeface="Gisha" panose="020B0502040204020203" pitchFamily="34" charset="-79"/>
                        </a:rPr>
                        <a:t>باطار الصف</a:t>
                      </a:r>
                    </a:p>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400" b="0" u="none" strike="noStrike" cap="none" normalizeH="0" baseline="0" dirty="0">
                          <a:ln>
                            <a:noFill/>
                          </a:ln>
                          <a:solidFill>
                            <a:schemeClr val="tx2"/>
                          </a:solidFill>
                          <a:effectLst/>
                          <a:latin typeface="Gisha" panose="020B0502040204020203" pitchFamily="34" charset="-79"/>
                          <a:cs typeface="Gisha" panose="020B0502040204020203" pitchFamily="34" charset="-79"/>
                        </a:rPr>
                        <a:t>على الاقل </a:t>
                      </a:r>
                      <a:r>
                        <a:rPr kumimoji="0" lang="he-IL" altLang="he-IL" sz="1400" b="1" u="none" strike="noStrike" kern="1200" cap="none" normalizeH="0" baseline="0" dirty="0">
                          <a:ln>
                            <a:noFill/>
                          </a:ln>
                          <a:solidFill>
                            <a:srgbClr val="C00000"/>
                          </a:solidFill>
                          <a:effectLst/>
                          <a:latin typeface="Gisha" panose="020B0502040204020203" pitchFamily="34" charset="-79"/>
                          <a:ea typeface="+mn-ea"/>
                          <a:cs typeface="Gisha" panose="020B0502040204020203" pitchFamily="34" charset="-79"/>
                        </a:rPr>
                        <a:t>4 </a:t>
                      </a:r>
                      <a:r>
                        <a:rPr kumimoji="0" lang="ar-JO" altLang="he-IL" sz="1200" b="1" u="none" strike="noStrike" cap="none" normalizeH="0" baseline="0" dirty="0">
                          <a:ln>
                            <a:noFill/>
                          </a:ln>
                          <a:solidFill>
                            <a:srgbClr val="C00000"/>
                          </a:solidFill>
                          <a:effectLst/>
                          <a:latin typeface="Gisha" panose="020B0502040204020203" pitchFamily="34" charset="-79"/>
                          <a:cs typeface="Gisha" panose="020B0502040204020203" pitchFamily="34" charset="-79"/>
                        </a:rPr>
                        <a:t>ساعات</a:t>
                      </a:r>
                      <a:r>
                        <a:rPr kumimoji="0" lang="ar-JO" altLang="he-IL" sz="1200" b="0" i="0" u="none" strike="noStrike" cap="none" normalizeH="0" baseline="0" dirty="0">
                          <a:ln>
                            <a:noFill/>
                          </a:ln>
                          <a:solidFill>
                            <a:schemeClr val="tx2"/>
                          </a:solidFill>
                          <a:effectLst/>
                          <a:latin typeface="Gisha" panose="020B0502040204020203" pitchFamily="34" charset="-79"/>
                          <a:cs typeface="Gisha" panose="020B0502040204020203" pitchFamily="34" charset="-79"/>
                        </a:rPr>
                        <a:t> نظرية ضمن ايام مركزة في المدرسة </a:t>
                      </a:r>
                      <a:endParaRPr kumimoji="0" lang="en-US" altLang="he-IL" sz="1200" b="0" i="0" u="none" strike="noStrike" cap="none" normalizeH="0" baseline="0" dirty="0">
                        <a:ln>
                          <a:noFill/>
                        </a:ln>
                        <a:solidFill>
                          <a:schemeClr val="tx2"/>
                        </a:solidFill>
                        <a:effectLst/>
                        <a:latin typeface="Gisha" panose="020B0502040204020203" pitchFamily="34" charset="-79"/>
                        <a:cs typeface="Gisha" panose="020B0502040204020203" pitchFamily="34" charset="-79"/>
                      </a:endParaRPr>
                    </a:p>
                  </a:txBody>
                  <a:tcPr marL="51435" marR="51435" marT="0" marB="0" horzOverflow="overflow">
                    <a:solidFill>
                      <a:schemeClr val="accent1">
                        <a:lumMod val="60000"/>
                        <a:lumOff val="40000"/>
                        <a:alpha val="38000"/>
                      </a:schemeClr>
                    </a:solidFill>
                  </a:tcPr>
                </a:tc>
                <a:extLst>
                  <a:ext uri="{0D108BD9-81ED-4DB2-BD59-A6C34878D82A}">
                    <a16:rowId xmlns:a16="http://schemas.microsoft.com/office/drawing/2014/main" val="10007"/>
                  </a:ext>
                </a:extLst>
              </a:tr>
              <a:tr h="1431770">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 typeface="+mj-lt"/>
                        <a:buNone/>
                        <a:tabLst/>
                      </a:pPr>
                      <a:r>
                        <a:rPr kumimoji="0" lang="ar-JO" altLang="he-IL" sz="1600" b="1" u="none" strike="noStrike" cap="none" normalizeH="0" baseline="0" dirty="0">
                          <a:ln>
                            <a:noFill/>
                          </a:ln>
                          <a:solidFill>
                            <a:schemeClr val="tx2">
                              <a:lumMod val="50000"/>
                            </a:schemeClr>
                          </a:solidFill>
                          <a:effectLst/>
                          <a:latin typeface="Gisha" panose="020B0502040204020203" pitchFamily="34" charset="-79"/>
                          <a:cs typeface="Gisha" panose="020B0502040204020203" pitchFamily="34" charset="-79"/>
                        </a:rPr>
                        <a:t>باطار </a:t>
                      </a:r>
                      <a:r>
                        <a:rPr kumimoji="0" lang="ar-JO" altLang="he-IL" sz="1600" b="1" u="none" strike="noStrike" kern="1200" cap="none" normalizeH="0" baseline="0" dirty="0">
                          <a:ln>
                            <a:noFill/>
                          </a:ln>
                          <a:solidFill>
                            <a:schemeClr val="tx2">
                              <a:lumMod val="50000"/>
                            </a:schemeClr>
                          </a:solidFill>
                          <a:effectLst/>
                          <a:latin typeface="Gisha" panose="020B0502040204020203" pitchFamily="34" charset="-79"/>
                          <a:ea typeface="+mn-ea"/>
                          <a:cs typeface="Gisha" panose="020B0502040204020203" pitchFamily="34" charset="-79"/>
                        </a:rPr>
                        <a:t>مرافقة ودعم مجموعة صغيرة </a:t>
                      </a:r>
                      <a:r>
                        <a:rPr kumimoji="0" lang="ar-JO" altLang="he-IL" sz="1600" b="0" u="none" strike="noStrike" kern="1200" cap="none" normalizeH="0" baseline="0" dirty="0">
                          <a:ln>
                            <a:noFill/>
                          </a:ln>
                          <a:solidFill>
                            <a:schemeClr val="tx2">
                              <a:lumMod val="50000"/>
                            </a:schemeClr>
                          </a:solidFill>
                          <a:effectLst/>
                          <a:latin typeface="Gisha" panose="020B0502040204020203" pitchFamily="34" charset="-79"/>
                          <a:ea typeface="+mn-ea"/>
                          <a:cs typeface="Gisha" panose="020B0502040204020203" pitchFamily="34" charset="-79"/>
                        </a:rPr>
                        <a:t>حتى 5 طلاب </a:t>
                      </a:r>
                      <a:r>
                        <a:rPr kumimoji="0" lang="ar-SA" altLang="he-IL" sz="1600" b="0" u="none" strike="noStrike" kern="1200" cap="none" normalizeH="0" baseline="0" dirty="0">
                          <a:ln>
                            <a:noFill/>
                          </a:ln>
                          <a:solidFill>
                            <a:schemeClr val="tx2">
                              <a:lumMod val="50000"/>
                            </a:schemeClr>
                          </a:solidFill>
                          <a:effectLst/>
                          <a:latin typeface="Gisha" panose="020B0502040204020203" pitchFamily="34" charset="-79"/>
                          <a:ea typeface="+mn-ea"/>
                          <a:cs typeface="Gisha" panose="020B0502040204020203" pitchFamily="34" charset="-79"/>
                        </a:rPr>
                        <a:t>لمعالجة التجربة العملية </a:t>
                      </a:r>
                      <a:r>
                        <a:rPr kumimoji="0" lang="ar-SA" sz="1600" b="0" u="none" strike="noStrike" kern="1200" cap="none" normalizeH="0" baseline="0" dirty="0" err="1">
                          <a:ln>
                            <a:noFill/>
                          </a:ln>
                          <a:solidFill>
                            <a:schemeClr val="tx2">
                              <a:lumMod val="50000"/>
                            </a:schemeClr>
                          </a:solidFill>
                          <a:effectLst/>
                          <a:latin typeface="Gisha" panose="020B0502040204020203" pitchFamily="34" charset="-79"/>
                          <a:ea typeface="+mn-ea"/>
                          <a:cs typeface="Gisha" panose="020B0502040204020203" pitchFamily="34" charset="-79"/>
                        </a:rPr>
                        <a:t>وإ</a:t>
                      </a:r>
                      <a:r>
                        <a:rPr kumimoji="0" lang="ar-JO" sz="1600" b="0" u="none" strike="noStrike" kern="1200" cap="none" normalizeH="0" baseline="0" dirty="0">
                          <a:ln>
                            <a:noFill/>
                          </a:ln>
                          <a:solidFill>
                            <a:schemeClr val="tx2">
                              <a:lumMod val="50000"/>
                            </a:schemeClr>
                          </a:solidFill>
                          <a:effectLst/>
                          <a:latin typeface="Gisha" panose="020B0502040204020203" pitchFamily="34" charset="-79"/>
                          <a:ea typeface="+mn-ea"/>
                          <a:cs typeface="Gisha" panose="020B0502040204020203" pitchFamily="34" charset="-79"/>
                        </a:rPr>
                        <a:t>لا</a:t>
                      </a:r>
                      <a:r>
                        <a:rPr kumimoji="0" lang="ar-SA" sz="1600" b="0" u="none" strike="noStrike" kern="1200" cap="none" normalizeH="0" baseline="0" dirty="0" err="1">
                          <a:ln>
                            <a:noFill/>
                          </a:ln>
                          <a:solidFill>
                            <a:schemeClr val="tx2">
                              <a:lumMod val="50000"/>
                            </a:schemeClr>
                          </a:solidFill>
                          <a:effectLst/>
                          <a:latin typeface="Gisha" panose="020B0502040204020203" pitchFamily="34" charset="-79"/>
                          <a:ea typeface="+mn-ea"/>
                          <a:cs typeface="Gisha" panose="020B0502040204020203" pitchFamily="34" charset="-79"/>
                        </a:rPr>
                        <a:t>سترجاع</a:t>
                      </a:r>
                      <a:r>
                        <a:rPr kumimoji="0" lang="ar-SA" sz="1600" b="0" u="none" strike="noStrike" kern="1200" cap="none" normalizeH="0" baseline="0" dirty="0">
                          <a:ln>
                            <a:noFill/>
                          </a:ln>
                          <a:solidFill>
                            <a:schemeClr val="tx2">
                              <a:lumMod val="50000"/>
                            </a:schemeClr>
                          </a:solidFill>
                          <a:effectLst/>
                          <a:latin typeface="Gisha" panose="020B0502040204020203" pitchFamily="34" charset="-79"/>
                          <a:ea typeface="+mn-ea"/>
                          <a:cs typeface="Gisha" panose="020B0502040204020203" pitchFamily="34" charset="-79"/>
                        </a:rPr>
                        <a:t> الذهني</a:t>
                      </a:r>
                      <a:endParaRPr kumimoji="0" lang="he-IL" sz="1600" b="0" u="none" strike="noStrike" kern="1200" cap="none" normalizeH="0" baseline="0" dirty="0">
                        <a:ln>
                          <a:noFill/>
                        </a:ln>
                        <a:solidFill>
                          <a:schemeClr val="tx2">
                            <a:lumMod val="50000"/>
                          </a:schemeClr>
                        </a:solidFill>
                        <a:effectLst/>
                        <a:latin typeface="Gisha" panose="020B0502040204020203" pitchFamily="34" charset="-79"/>
                        <a:ea typeface="+mn-ea"/>
                        <a:cs typeface="Gisha" panose="020B0502040204020203" pitchFamily="34" charset="-79"/>
                      </a:endParaRPr>
                    </a:p>
                  </a:txBody>
                  <a:tcPr marL="68580" marR="68580" marT="0" marB="0" horzOverflow="overflow">
                    <a:solidFill>
                      <a:schemeClr val="accent1">
                        <a:lumMod val="60000"/>
                        <a:lumOff val="40000"/>
                        <a:alpha val="38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600" b="1" i="0" u="none" strike="noStrike" kern="1200" cap="none" normalizeH="0" baseline="0" dirty="0">
                          <a:ln>
                            <a:noFill/>
                          </a:ln>
                          <a:solidFill>
                            <a:srgbClr val="7030A0"/>
                          </a:solidFill>
                          <a:effectLst/>
                          <a:latin typeface="Gisha" panose="020B0502040204020203" pitchFamily="34" charset="-79"/>
                          <a:ea typeface="+mn-ea"/>
                          <a:cs typeface="Gisha" panose="020B0502040204020203" pitchFamily="34" charset="-79"/>
                        </a:rPr>
                        <a:t>باطار الموارد المدرسية</a:t>
                      </a:r>
                      <a:endParaRPr kumimoji="0" lang="he-IL" altLang="he-IL" sz="1600" b="1" i="0" u="none" strike="noStrike" kern="1200" cap="none" normalizeH="0" baseline="0" dirty="0">
                        <a:ln>
                          <a:noFill/>
                        </a:ln>
                        <a:solidFill>
                          <a:srgbClr val="7030A0"/>
                        </a:solidFill>
                        <a:effectLst/>
                        <a:latin typeface="Gisha" panose="020B0502040204020203" pitchFamily="34" charset="-79"/>
                        <a:ea typeface="+mn-ea"/>
                        <a:cs typeface="Gisha" panose="020B0502040204020203" pitchFamily="34" charset="-79"/>
                      </a:endParaRPr>
                    </a:p>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في مدارس </a:t>
                      </a:r>
                      <a:r>
                        <a:rPr kumimoji="0" lang="he-IL"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"עוז לתמורה" </a:t>
                      </a:r>
                      <a:r>
                        <a:rPr kumimoji="0" lang="ar-JO"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يمكن باطار الساعة الفردية</a:t>
                      </a:r>
                      <a:endParaRPr kumimoji="0" lang="en-US"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endParaRPr>
                    </a:p>
                  </a:txBody>
                  <a:tcPr marL="51435" marR="51435" marT="0" marB="0" horzOverflow="overflow">
                    <a:solidFill>
                      <a:schemeClr val="accent1">
                        <a:lumMod val="60000"/>
                        <a:lumOff val="40000"/>
                        <a:alpha val="38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600" b="1" i="0" u="none" strike="noStrike" kern="1200" cap="none" normalizeH="0" baseline="0" dirty="0">
                          <a:ln>
                            <a:noFill/>
                          </a:ln>
                          <a:solidFill>
                            <a:srgbClr val="7030A0"/>
                          </a:solidFill>
                          <a:effectLst/>
                          <a:latin typeface="Gisha" panose="020B0502040204020203" pitchFamily="34" charset="-79"/>
                          <a:ea typeface="+mn-ea"/>
                          <a:cs typeface="Gisha" panose="020B0502040204020203" pitchFamily="34" charset="-79"/>
                        </a:rPr>
                        <a:t>باطار الموارد المدرسية</a:t>
                      </a:r>
                      <a:endParaRPr kumimoji="0" lang="he-IL" altLang="he-IL" sz="1600" b="1" i="0" u="none" strike="noStrike" kern="1200" cap="none" normalizeH="0" baseline="0" dirty="0">
                        <a:ln>
                          <a:noFill/>
                        </a:ln>
                        <a:solidFill>
                          <a:srgbClr val="7030A0"/>
                        </a:solidFill>
                        <a:effectLst/>
                        <a:latin typeface="Gisha" panose="020B0502040204020203" pitchFamily="34" charset="-79"/>
                        <a:ea typeface="+mn-ea"/>
                        <a:cs typeface="Gisha" panose="020B0502040204020203" pitchFamily="34" charset="-79"/>
                      </a:endParaRPr>
                    </a:p>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في مدارس </a:t>
                      </a:r>
                      <a:r>
                        <a:rPr kumimoji="0" lang="he-IL"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"עוז לתמורה" </a:t>
                      </a:r>
                      <a:r>
                        <a:rPr kumimoji="0" lang="ar-JO"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يمكن باطار الساعة الفردية</a:t>
                      </a:r>
                      <a:endParaRPr kumimoji="0" lang="en-US"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endParaRPr>
                    </a:p>
                  </a:txBody>
                  <a:tcPr marL="51435" marR="51435" marT="0" marB="0" horzOverflow="overflow">
                    <a:solidFill>
                      <a:schemeClr val="accent1">
                        <a:lumMod val="60000"/>
                        <a:lumOff val="40000"/>
                        <a:alpha val="38000"/>
                      </a:schemeClr>
                    </a:solidFill>
                  </a:tcPr>
                </a:tc>
                <a:tc>
                  <a:txBody>
                    <a:bodyPr/>
                    <a:lstStyle>
                      <a:lvl1pPr>
                        <a:spcBef>
                          <a:spcPct val="20000"/>
                        </a:spcBef>
                        <a:buClr>
                          <a:schemeClr val="accent1"/>
                        </a:buClr>
                        <a:buSzPct val="85000"/>
                        <a:buFont typeface="Arial" pitchFamily="34" charset="0"/>
                        <a:defRPr sz="2000">
                          <a:solidFill>
                            <a:schemeClr val="tx1"/>
                          </a:solidFill>
                          <a:latin typeface="Arial" pitchFamily="34" charset="0"/>
                          <a:cs typeface="Arial" pitchFamily="34" charset="0"/>
                        </a:defRPr>
                      </a:lvl1pPr>
                      <a:lvl2pPr marL="742950" indent="-285750">
                        <a:spcBef>
                          <a:spcPct val="20000"/>
                        </a:spcBef>
                        <a:buClr>
                          <a:schemeClr val="accent1"/>
                        </a:buClr>
                        <a:buSzPct val="85000"/>
                        <a:buFont typeface="Arial" pitchFamily="34" charset="0"/>
                        <a:defRPr>
                          <a:solidFill>
                            <a:schemeClr val="tx1"/>
                          </a:solidFill>
                          <a:latin typeface="Arial" pitchFamily="34" charset="0"/>
                          <a:cs typeface="Arial" pitchFamily="34" charset="0"/>
                        </a:defRPr>
                      </a:lvl2pPr>
                      <a:lvl3pPr marL="1143000" indent="-228600">
                        <a:spcBef>
                          <a:spcPct val="20000"/>
                        </a:spcBef>
                        <a:buClr>
                          <a:schemeClr val="accent1"/>
                        </a:buClr>
                        <a:buSzPct val="90000"/>
                        <a:buFont typeface="Arial" pitchFamily="34" charset="0"/>
                        <a:defRPr sz="1600">
                          <a:solidFill>
                            <a:schemeClr val="tx1"/>
                          </a:solidFill>
                          <a:latin typeface="Arial" pitchFamily="34" charset="0"/>
                          <a:cs typeface="Arial" pitchFamily="34" charset="0"/>
                        </a:defRPr>
                      </a:lvl3pPr>
                      <a:lvl4pPr marL="1600200" indent="-228600">
                        <a:spcBef>
                          <a:spcPct val="20000"/>
                        </a:spcBef>
                        <a:buClr>
                          <a:schemeClr val="accent1"/>
                        </a:buClr>
                        <a:buFont typeface="Arial" pitchFamily="34" charset="0"/>
                        <a:defRPr sz="1400">
                          <a:solidFill>
                            <a:schemeClr val="tx1"/>
                          </a:solidFill>
                          <a:latin typeface="Arial" pitchFamily="34" charset="0"/>
                          <a:cs typeface="Arial" pitchFamily="34" charset="0"/>
                        </a:defRPr>
                      </a:lvl4pPr>
                      <a:lvl5pPr marL="2057400" indent="-228600">
                        <a:spcBef>
                          <a:spcPct val="20000"/>
                        </a:spcBef>
                        <a:buClr>
                          <a:schemeClr val="accent1"/>
                        </a:buClr>
                        <a:buSzPct val="100000"/>
                        <a:buFont typeface="Arial" pitchFamily="34" charset="0"/>
                        <a:defRPr sz="1200">
                          <a:solidFill>
                            <a:schemeClr val="tx1"/>
                          </a:solidFill>
                          <a:latin typeface="Arial" pitchFamily="34" charset="0"/>
                          <a:cs typeface="Arial" pitchFamily="34" charset="0"/>
                        </a:defRPr>
                      </a:lvl5pPr>
                      <a:lvl6pPr marL="25146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6pPr>
                      <a:lvl7pPr marL="29718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7pPr>
                      <a:lvl8pPr marL="34290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8pPr>
                      <a:lvl9pPr marL="3886200" indent="-228600" fontAlgn="base">
                        <a:spcBef>
                          <a:spcPct val="20000"/>
                        </a:spcBef>
                        <a:spcAft>
                          <a:spcPct val="0"/>
                        </a:spcAft>
                        <a:buClr>
                          <a:schemeClr val="accent1"/>
                        </a:buClr>
                        <a:buSzPct val="100000"/>
                        <a:buFont typeface="Arial" pitchFamily="34" charset="0"/>
                        <a:defRPr sz="1200">
                          <a:solidFill>
                            <a:schemeClr val="tx1"/>
                          </a:solidFill>
                          <a:latin typeface="Arial" pitchFamily="34" charset="0"/>
                          <a:cs typeface="Arial" pitchFamily="34" charset="0"/>
                        </a:defRPr>
                      </a:lvl9pPr>
                    </a:lstStyle>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600" b="1" i="0" u="none" strike="noStrike" kern="1200" cap="none" normalizeH="0" baseline="0" dirty="0">
                          <a:ln>
                            <a:noFill/>
                          </a:ln>
                          <a:solidFill>
                            <a:srgbClr val="7030A0"/>
                          </a:solidFill>
                          <a:effectLst/>
                          <a:latin typeface="Gisha" panose="020B0502040204020203" pitchFamily="34" charset="-79"/>
                          <a:ea typeface="+mn-ea"/>
                          <a:cs typeface="Gisha" panose="020B0502040204020203" pitchFamily="34" charset="-79"/>
                        </a:rPr>
                        <a:t>باطار الموارد المدرسية</a:t>
                      </a:r>
                      <a:endParaRPr kumimoji="0" lang="he-IL" altLang="he-IL" sz="1600" b="1" i="0" u="none" strike="noStrike" kern="1200" cap="none" normalizeH="0" baseline="0" dirty="0">
                        <a:ln>
                          <a:noFill/>
                        </a:ln>
                        <a:solidFill>
                          <a:srgbClr val="7030A0"/>
                        </a:solidFill>
                        <a:effectLst/>
                        <a:latin typeface="Gisha" panose="020B0502040204020203" pitchFamily="34" charset="-79"/>
                        <a:ea typeface="+mn-ea"/>
                        <a:cs typeface="Gisha" panose="020B0502040204020203" pitchFamily="34" charset="-79"/>
                      </a:endParaRPr>
                    </a:p>
                    <a:p>
                      <a:pPr marL="0" marR="0" lvl="0" indent="0" algn="r" defTabSz="914400" rtl="1" eaLnBrk="1" fontAlgn="base" latinLnBrk="0" hangingPunct="1">
                        <a:lnSpc>
                          <a:spcPct val="100000"/>
                        </a:lnSpc>
                        <a:spcBef>
                          <a:spcPct val="0"/>
                        </a:spcBef>
                        <a:spcAft>
                          <a:spcPts val="0"/>
                        </a:spcAft>
                        <a:buClrTx/>
                        <a:buSzTx/>
                        <a:buFontTx/>
                        <a:buNone/>
                        <a:tabLst/>
                        <a:defRPr/>
                      </a:pPr>
                      <a:r>
                        <a:rPr kumimoji="0" lang="ar-JO"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في مدارس </a:t>
                      </a:r>
                      <a:r>
                        <a:rPr kumimoji="0" lang="he-IL"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"עוז לתמורה" </a:t>
                      </a:r>
                      <a:r>
                        <a:rPr kumimoji="0" lang="ar-JO"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rPr>
                        <a:t>يمكن باطار الساعة الفردية</a:t>
                      </a:r>
                      <a:endParaRPr kumimoji="0" lang="en-US" altLang="he-IL" sz="1400" b="0" i="0" u="none" strike="noStrike" kern="1200" cap="none" spc="0" normalizeH="0" baseline="0" dirty="0">
                        <a:ln>
                          <a:noFill/>
                        </a:ln>
                        <a:solidFill>
                          <a:srgbClr val="000000"/>
                        </a:solidFill>
                        <a:effectLst/>
                        <a:uLnTx/>
                        <a:uFillTx/>
                        <a:latin typeface="Gisha" panose="020B0502040204020203" pitchFamily="34" charset="-79"/>
                        <a:ea typeface="+mn-ea"/>
                        <a:cs typeface="Gisha" panose="020B0502040204020203" pitchFamily="34" charset="-79"/>
                      </a:endParaRPr>
                    </a:p>
                  </a:txBody>
                  <a:tcPr marL="51435" marR="51435" marT="0" marB="0" horzOverflow="overflow">
                    <a:solidFill>
                      <a:schemeClr val="accent1">
                        <a:lumMod val="60000"/>
                        <a:lumOff val="40000"/>
                        <a:alpha val="38000"/>
                      </a:schemeClr>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563888" y="29488"/>
            <a:ext cx="3672408" cy="707886"/>
          </a:xfrm>
          <a:prstGeom prst="rect">
            <a:avLst/>
          </a:prstGeom>
          <a:noFill/>
        </p:spPr>
        <p:txBody>
          <a:bodyPr wrap="square" rtlCol="1">
            <a:spAutoFit/>
          </a:bodyPr>
          <a:lstStyle/>
          <a:p>
            <a:pPr algn="ctr" fontAlgn="base">
              <a:spcBef>
                <a:spcPct val="0"/>
              </a:spcBef>
              <a:spcAft>
                <a:spcPct val="0"/>
              </a:spcAft>
            </a:pPr>
            <a:r>
              <a:rPr lang="ar-SA" sz="4000" b="1" spc="-100" dirty="0">
                <a:solidFill>
                  <a:schemeClr val="bg1"/>
                </a:solidFill>
                <a:effectLst>
                  <a:outerShdw blurRad="38100" dist="38100" dir="2700000" algn="tl">
                    <a:srgbClr val="000000">
                      <a:alpha val="43137"/>
                    </a:srgbClr>
                  </a:outerShdw>
                </a:effectLst>
              </a:rPr>
              <a:t>مبنى البرنامج</a:t>
            </a:r>
            <a:endParaRPr lang="he-IL" sz="4000" b="1" spc="-100" dirty="0">
              <a:solidFill>
                <a:schemeClr val="bg1"/>
              </a:solidFill>
              <a:effectLst>
                <a:outerShdw blurRad="38100" dist="38100" dir="2700000" algn="tl">
                  <a:srgbClr val="000000">
                    <a:alpha val="43137"/>
                  </a:srgbClr>
                </a:outerShdw>
              </a:effectLst>
            </a:endParaRPr>
          </a:p>
        </p:txBody>
      </p:sp>
      <p:pic>
        <p:nvPicPr>
          <p:cNvPr id="7" name="תמונה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 y="339725"/>
            <a:ext cx="431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689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user\Downloads\BAKS Clothin Company (29).png"/>
          <p:cNvPicPr>
            <a:picLocks noChangeAspect="1" noChangeArrowheads="1"/>
          </p:cNvPicPr>
          <p:nvPr/>
        </p:nvPicPr>
        <p:blipFill>
          <a:blip r:embed="rId2">
            <a:extLst>
              <a:ext uri="{28A0092B-C50C-407E-A947-70E740481C1C}">
                <a14:useLocalDpi xmlns:a14="http://schemas.microsoft.com/office/drawing/2010/main" val="0"/>
              </a:ext>
            </a:extLst>
          </a:blip>
          <a:srcRect r="12627"/>
          <a:stretch>
            <a:fillRect/>
          </a:stretch>
        </p:blipFill>
        <p:spPr bwMode="auto">
          <a:xfrm>
            <a:off x="0" y="0"/>
            <a:ext cx="91424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Rectangle 1"/>
          <p:cNvSpPr>
            <a:spLocks noChangeArrowheads="1"/>
          </p:cNvSpPr>
          <p:nvPr/>
        </p:nvSpPr>
        <p:spPr bwMode="auto">
          <a:xfrm>
            <a:off x="-14090" y="2060797"/>
            <a:ext cx="3456384"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he-IL" altLang="en-US" b="1" dirty="0">
                <a:solidFill>
                  <a:schemeClr val="bg1"/>
                </a:solidFill>
                <a:latin typeface="Guttman Yad-Brush" pitchFamily="2" charset="-79"/>
              </a:rPr>
              <a:t>"</a:t>
            </a:r>
            <a:r>
              <a:rPr lang="ar-SA" altLang="en-US" b="1" dirty="0">
                <a:solidFill>
                  <a:schemeClr val="bg1"/>
                </a:solidFill>
                <a:latin typeface="Guttman Yad-Brush" pitchFamily="2" charset="-79"/>
              </a:rPr>
              <a:t>يجب على الشخص أن يعمل من أجل الآخرين ولا يغض الطرف ؛ إذا رأى حريقًا فعليه أن يحاول إخمادها ؛ إذا لم يكن لديه دلو من الماء ، يمكنه استخدام كوب ؛ إذا لم يكن لديه كوب  ، فلديه ملعقة صغيرة ، كل شخص لديه ملعقة صغيرة"</a:t>
            </a:r>
            <a:endParaRPr lang="he-IL" altLang="en-US" b="1" dirty="0">
              <a:solidFill>
                <a:schemeClr val="bg1"/>
              </a:solidFill>
              <a:latin typeface="Guttman Yad-Brush" pitchFamily="2" charset="-79"/>
            </a:endParaRPr>
          </a:p>
          <a:p>
            <a:pPr algn="ctr" rtl="1">
              <a:lnSpc>
                <a:spcPct val="150000"/>
              </a:lnSpc>
            </a:pPr>
            <a:r>
              <a:rPr lang="ar-SA" altLang="en-US" b="1" dirty="0">
                <a:solidFill>
                  <a:schemeClr val="bg1"/>
                </a:solidFill>
              </a:rPr>
              <a:t>                       عاموس عوز </a:t>
            </a:r>
            <a:endParaRPr lang="he-IL" altLang="en-US" b="1" dirty="0">
              <a:solidFill>
                <a:schemeClr val="bg1"/>
              </a:solidFill>
            </a:endParaRPr>
          </a:p>
        </p:txBody>
      </p:sp>
      <p:sp>
        <p:nvSpPr>
          <p:cNvPr id="2" name="Rectangle 1"/>
          <p:cNvSpPr/>
          <p:nvPr/>
        </p:nvSpPr>
        <p:spPr>
          <a:xfrm>
            <a:off x="251520" y="5445224"/>
            <a:ext cx="2127506" cy="461665"/>
          </a:xfrm>
          <a:prstGeom prst="rect">
            <a:avLst/>
          </a:prstGeom>
          <a:noFill/>
        </p:spPr>
        <p:txBody>
          <a:bodyPr wrap="none">
            <a:spAutoFit/>
          </a:bodyPr>
          <a:lstStyle/>
          <a:p>
            <a:pPr algn="ctr">
              <a:defRPr/>
            </a:pPr>
            <a:r>
              <a:rPr lang="ar-SA" sz="2400" b="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rPr>
              <a:t>شكرا على الاصغاء </a:t>
            </a:r>
            <a:endPar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endParaRPr>
          </a:p>
        </p:txBody>
      </p:sp>
      <p:sp>
        <p:nvSpPr>
          <p:cNvPr id="3" name="מלבן 2"/>
          <p:cNvSpPr/>
          <p:nvPr/>
        </p:nvSpPr>
        <p:spPr>
          <a:xfrm>
            <a:off x="4283968" y="2132856"/>
            <a:ext cx="3150096" cy="295465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ar-JO" sz="2800" b="1" i="0" u="none" strike="noStrike" kern="0" cap="none" spc="0" normalizeH="0" baseline="0" noProof="0" dirty="0">
                <a:ln>
                  <a:noFill/>
                </a:ln>
                <a:solidFill>
                  <a:schemeClr val="bg1"/>
                </a:solidFill>
                <a:effectLst/>
                <a:uLnTx/>
                <a:uFillTx/>
                <a:latin typeface="Euphemia"/>
                <a:cs typeface="+mn-cs"/>
              </a:rPr>
              <a:t>نغلق أعيننا عندما نبكي وعندما نحلم وعندما نتمنى وعندما نتعانق، لأن الأشياء الجميلة في الحياة لا نراها بالعين، بل نشعر بها بالقلب</a:t>
            </a:r>
            <a:endParaRPr kumimoji="0" lang="ar-SA" sz="2800" b="1" i="0" u="none" strike="noStrike" kern="0" cap="none" spc="0" normalizeH="0" baseline="0" noProof="0" dirty="0">
              <a:ln>
                <a:noFill/>
              </a:ln>
              <a:solidFill>
                <a:schemeClr val="bg1"/>
              </a:solidFill>
              <a:effectLst/>
              <a:uLnTx/>
              <a:uFillTx/>
              <a:latin typeface="Euphemia"/>
              <a:cs typeface="+mn-cs"/>
            </a:endParaRPr>
          </a:p>
          <a:p>
            <a:pPr marL="0" marR="0" lvl="0" indent="0" algn="l" defTabSz="914400" eaLnBrk="1" fontAlgn="auto" latinLnBrk="0" hangingPunct="1">
              <a:lnSpc>
                <a:spcPct val="100000"/>
              </a:lnSpc>
              <a:spcBef>
                <a:spcPts val="0"/>
              </a:spcBef>
              <a:spcAft>
                <a:spcPts val="0"/>
              </a:spcAft>
              <a:buClrTx/>
              <a:buSzTx/>
              <a:buFontTx/>
              <a:buNone/>
              <a:tabLst/>
              <a:defRPr/>
            </a:pPr>
            <a:r>
              <a:rPr lang="ar-SA" b="1" kern="0" dirty="0">
                <a:solidFill>
                  <a:schemeClr val="bg1"/>
                </a:solidFill>
                <a:latin typeface="Euphemia"/>
                <a:cs typeface="+mn-cs"/>
              </a:rPr>
              <a:t>جبران خليل جبران</a:t>
            </a:r>
            <a:endParaRPr kumimoji="0" lang="he-IL" sz="1100" b="1"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008015997"/>
      </p:ext>
    </p:extLst>
  </p:cSld>
  <p:clrMapOvr>
    <a:masterClrMapping/>
  </p:clrMapOvr>
  <p:transition spd="med">
    <p:fade/>
  </p:transition>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17807</TotalTime>
  <Words>1687</Words>
  <Application>Microsoft Office PowerPoint</Application>
  <PresentationFormat>‫הצגה על המסך (4:3)</PresentationFormat>
  <Paragraphs>277</Paragraphs>
  <Slides>19</Slides>
  <Notes>3</Notes>
  <HiddenSlides>2</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19</vt:i4>
      </vt:variant>
    </vt:vector>
  </HeadingPairs>
  <TitlesOfParts>
    <vt:vector size="27" baseType="lpstr">
      <vt:lpstr>Arial</vt:lpstr>
      <vt:lpstr>Calibri</vt:lpstr>
      <vt:lpstr>David</vt:lpstr>
      <vt:lpstr>Euphemia</vt:lpstr>
      <vt:lpstr>Gisha</vt:lpstr>
      <vt:lpstr>Guttman Yad-Brush</vt:lpstr>
      <vt:lpstr>Times New Roman</vt:lpstr>
      <vt:lpstr>ערכת נושא Office</vt:lpstr>
      <vt:lpstr>        التطور الذاتي والتداخل الاجتماعي في التعليم  الفوق ابتدائي         </vt:lpstr>
      <vt:lpstr>الـتـداخـل الاجـتـمـاعـي (المشاركة المجتمعية)</vt:lpstr>
      <vt:lpstr> التعلم من خلال الخدمة SERVICE LEARNING))  </vt:lpstr>
      <vt:lpstr>מצגת של PowerPoint‏</vt:lpstr>
      <vt:lpstr>מצגת של PowerPoint‏</vt:lpstr>
      <vt:lpstr>מצגת של PowerPoint‏</vt:lpstr>
      <vt:lpstr>مبادئ البرنامج</vt:lpstr>
      <vt:lpstr>السيرورة  التربوية للتعلّم من  خلال الخدمة</vt:lpstr>
      <vt:lpstr>محور سنوي لطالب  الصف العاشر   </vt:lpstr>
      <vt:lpstr>מצגת של PowerPoint‏</vt:lpstr>
      <vt:lpstr>معايـيـر التجربة العملية الشخصي</vt:lpstr>
      <vt:lpstr>معايـيـر للتجربة العملية الشخصية </vt:lpstr>
      <vt:lpstr>معايـيـر لـ " المشروع "- التجربة العملية  الجماعية</vt:lpstr>
      <vt:lpstr>מצגת של PowerPoint‏</vt:lpstr>
      <vt:lpstr>מצגת של PowerPoint‏</vt:lpstr>
      <vt:lpstr>مركبات تقييم الطالب </vt:lpstr>
      <vt:lpstr>مركبات تقييم الطالب  من يعطي التقييم ?</vt:lpstr>
      <vt:lpstr>מצגת של PowerPoint‏</vt:lpstr>
      <vt:lpstr>מצגת של PowerPoint‏</vt:lpstr>
    </vt:vector>
  </TitlesOfParts>
  <Company>Ministry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התפתחות אישית ומעורבות חברתית קהילתית ואזרחית  בחינוך העל יסודי - תכנית תלת שנתית</dc:title>
  <dc:creator>סימה אסתר גוטמן</dc:creator>
  <cp:lastModifiedBy>Dr  Masry-Herzallah Masry-Herzallah</cp:lastModifiedBy>
  <cp:revision>724</cp:revision>
  <cp:lastPrinted>2014-04-27T12:32:09Z</cp:lastPrinted>
  <dcterms:created xsi:type="dcterms:W3CDTF">2014-03-13T15:22:58Z</dcterms:created>
  <dcterms:modified xsi:type="dcterms:W3CDTF">2023-03-26T19:39:12Z</dcterms:modified>
</cp:coreProperties>
</file>